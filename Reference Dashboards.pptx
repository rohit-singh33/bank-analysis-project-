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96" r:id="rId3"/>
    <p:sldId id="295" r:id="rId4"/>
    <p:sldId id="324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986E59-7173-4D71-8BC5-3FEB1DD4BE0F}" type="datetimeFigureOut">
              <a:rPr lang="en-IN" smtClean="0"/>
              <a:t>05-10-2024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32040E-21E3-4FF6-B80B-23D946F4F2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1507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247812-3409-784D-BAE7-ABE53735D59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15988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247812-3409-784D-BAE7-ABE53735D59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60953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A6D200-C938-670B-2BF9-B8414DE936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E0757B6-79A6-F20F-EDDB-E6659EDE52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DB692-1AF9-CA84-41F9-A30B93FED8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A66A4-9FE5-44AC-8464-5D2AC4B30C36}" type="datetimeFigureOut">
              <a:rPr lang="en-IN" smtClean="0"/>
              <a:t>05-10-2024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C2EAE0-8942-DCD2-F28D-470BAA51D5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884F77-B595-7E3B-8227-51EA0FB5C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DF02D0-566E-48FA-93AA-49279CFC06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85195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7CFC09-E73D-1A8E-8259-2C1AA564FC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88830E-672C-46F7-6655-5A4474E88D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23EE72-C2D8-905B-5507-E98DDAB508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A66A4-9FE5-44AC-8464-5D2AC4B30C36}" type="datetimeFigureOut">
              <a:rPr lang="en-IN" smtClean="0"/>
              <a:t>05-10-2024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936E46-7878-B3B5-6067-BC4E998725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DF4F49-B09E-69B1-4E61-0F2B2E6DE3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DF02D0-566E-48FA-93AA-49279CFC06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35287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ACCD1A-4437-B782-6220-64B96C82D4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408062-C37D-120D-2E60-2B8D6D7510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625E21-CBB0-7D36-F686-17C96CADB3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A66A4-9FE5-44AC-8464-5D2AC4B30C36}" type="datetimeFigureOut">
              <a:rPr lang="en-IN" smtClean="0"/>
              <a:t>05-10-2024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09F374-B0B5-B2A4-90D3-32A13481C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FA6795-24FE-6E1C-4EC6-04B2315FFC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DF02D0-566E-48FA-93AA-49279CFC06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55710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20953D-E22F-11E2-B08E-5A1085EAED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1566CB-9DAF-B272-964B-FD271C88B8A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3C5F07-53EE-45F4-B26F-3CA29E95B9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F4A168-49B4-274B-DA30-B324E1A575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A66A4-9FE5-44AC-8464-5D2AC4B30C36}" type="datetimeFigureOut">
              <a:rPr lang="en-IN" smtClean="0"/>
              <a:t>05-10-2024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A54B58-E496-C0A9-3016-AA462C1171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0B36B0-2246-243A-5AEE-D86E68C47A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DF02D0-566E-48FA-93AA-49279CFC06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79944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A3B197-5559-1C9F-D4C1-19D9C2F293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B64E2A-4C65-AA75-C227-975161AF9C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9A38BF-4924-4FCF-D0DF-9F75DE880C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6596C85-F239-E0FC-8368-E129BCFC54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5B2F5FF-03FF-E94C-257D-C5C2B154046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CDE72C1-D47A-34EE-2460-9FE3BFE4E1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A66A4-9FE5-44AC-8464-5D2AC4B30C36}" type="datetimeFigureOut">
              <a:rPr lang="en-IN" smtClean="0"/>
              <a:t>05-10-2024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6E73004-CCF7-6D39-A02B-7581B4F2B5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842CCC4-6B7E-FA1C-4B0A-4D28D7D904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DF02D0-566E-48FA-93AA-49279CFC06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70212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14AFA5-5956-DEEA-3960-256F2FB7E3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8BF27E-8ACF-C9E0-FE1B-12776AD6BA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A66A4-9FE5-44AC-8464-5D2AC4B30C36}" type="datetimeFigureOut">
              <a:rPr lang="en-IN" smtClean="0"/>
              <a:t>05-10-2024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B77D9F-08FA-C028-E180-80BED942F3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DAC1DF-6482-3F69-D555-941A6F7875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DF02D0-566E-48FA-93AA-49279CFC06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78721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52F2DC-2C22-2E5C-2F4E-C8856BB60C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A66A4-9FE5-44AC-8464-5D2AC4B30C36}" type="datetimeFigureOut">
              <a:rPr lang="en-IN" smtClean="0"/>
              <a:t>05-10-2024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8E71F64-BD50-F88A-800C-1F994D7CB9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4F8F1B-82A8-F8E1-55FC-E71E0338F7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DF02D0-566E-48FA-93AA-49279CFC06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4849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EA8892-3697-AC5C-A354-9AACE8D614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AB8C46-4B36-13BD-8E41-EEE9C55FF7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69675E-ED90-77B5-2216-5F8511B618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960A43-2C3F-9325-C315-7995311A61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A66A4-9FE5-44AC-8464-5D2AC4B30C36}" type="datetimeFigureOut">
              <a:rPr lang="en-IN" smtClean="0"/>
              <a:t>05-10-2024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EEDC2C-96D2-95FE-BAB5-0F10812484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44481B-D3FB-03FC-70D2-53DC38ECED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DF02D0-566E-48FA-93AA-49279CFC06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55715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C4BDB4-645E-4C90-64B1-92F86ABE7A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281440D-B8AA-7152-4858-FE7A81B71DF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5AC61D-3246-5F96-8633-FB2D8E4111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A97ADA-48F8-9D88-E985-5EC0362A4D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A66A4-9FE5-44AC-8464-5D2AC4B30C36}" type="datetimeFigureOut">
              <a:rPr lang="en-IN" smtClean="0"/>
              <a:t>05-10-2024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B32AB9-7503-0DBF-5D32-4DDBF62F5B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6163DF-3931-F1AA-22E7-A1222D296E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DF02D0-566E-48FA-93AA-49279CFC06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57704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D3732B-5A3A-DD31-BC78-1E423CF888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38FDFCC-11EC-9AF5-E5AB-D20B113B49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E159B-BA90-34BB-49D1-9ED7752CE4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A66A4-9FE5-44AC-8464-5D2AC4B30C36}" type="datetimeFigureOut">
              <a:rPr lang="en-IN" smtClean="0"/>
              <a:t>05-10-2024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9793DC-479C-15BD-B974-94C0CB1845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899B97-FC0C-8EAE-5B27-078A8C7C0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DF02D0-566E-48FA-93AA-49279CFC06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54046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67586FE-A330-1E82-F350-4873A0A003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FAAC376-8225-83B0-8536-D291468B19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ED24B6-6DC6-DD80-3FA2-E3B1DEB22C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A66A4-9FE5-44AC-8464-5D2AC4B30C36}" type="datetimeFigureOut">
              <a:rPr lang="en-IN" smtClean="0"/>
              <a:t>05-10-2024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9C1CFF-F7ED-0C8E-1D46-A57F5AF37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10E587-BF95-9FE2-B3A2-B06075CB5E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DF02D0-566E-48FA-93AA-49279CFC06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70490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+ subtitle +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7600" y="762000"/>
            <a:ext cx="5066250" cy="2900680"/>
          </a:xfrm>
        </p:spPr>
        <p:txBody>
          <a:bodyPr anchor="b">
            <a:noAutofit/>
          </a:bodyPr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82836803-D9E6-3DF1-3B90-1E7E677CC7B7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 flipH="1">
            <a:off x="6086167" y="-22225"/>
            <a:ext cx="6080760" cy="6902450"/>
          </a:xfrm>
          <a:prstGeom prst="parallelogram">
            <a:avLst/>
          </a:prstGeom>
          <a:ln>
            <a:noFill/>
          </a:ln>
        </p:spPr>
        <p:txBody>
          <a:bodyPr lIns="0" tIns="0">
            <a:normAutofit/>
          </a:bodyPr>
          <a:lstStyle>
            <a:lvl1pPr marL="0" indent="0" algn="l">
              <a:buNone/>
              <a:defRPr sz="2000"/>
            </a:lvl1pPr>
          </a:lstStyle>
          <a:p>
            <a:r>
              <a:rPr lang="en-US" dirty="0"/>
              <a:t>Click icon to add image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17600" y="4145280"/>
            <a:ext cx="5066250" cy="690880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200000" scaled="0"/>
            <a:tileRect/>
          </a:gradFill>
        </p:spPr>
        <p:txBody>
          <a:bodyPr anchor="ctr">
            <a:normAutofit/>
          </a:bodyPr>
          <a:lstStyle>
            <a:lvl1pPr marL="0" indent="0" algn="ctr">
              <a:buNone/>
              <a:defRPr sz="2400" cap="all" baseline="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4816014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7087C3D-0458-B9E3-4CFF-C608601B9E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CBD8E1-511C-E450-1AD6-DFA989EE03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0F01D-E703-A527-C6E5-7BFD13AF5A0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9A66A4-9FE5-44AC-8464-5D2AC4B30C36}" type="datetimeFigureOut">
              <a:rPr lang="en-IN" smtClean="0"/>
              <a:t>05-10-2024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B71B22-930F-AF7D-059D-B1FA884411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41751E-D634-3453-F951-1E5BE9599E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DF02D0-566E-48FA-93AA-49279CFC06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66250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DBB1B6-C88E-F85B-C5DA-388A1C75E7B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Reference Dashboards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189566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FFC5AB64-1041-1D7E-F445-0B8FE1B4C2C7}"/>
              </a:ext>
            </a:extLst>
          </p:cNvPr>
          <p:cNvSpPr txBox="1"/>
          <p:nvPr/>
        </p:nvSpPr>
        <p:spPr>
          <a:xfrm>
            <a:off x="1302775" y="0"/>
            <a:ext cx="93898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u="sng" dirty="0">
                <a:latin typeface="+mj-lt"/>
              </a:rPr>
              <a:t>EXCEL DASHB0ARD</a:t>
            </a:r>
            <a:endParaRPr lang="en-AE" sz="3200" b="1" u="sng" dirty="0">
              <a:latin typeface="+mj-lt"/>
            </a:endParaRPr>
          </a:p>
        </p:txBody>
      </p:sp>
      <p:pic>
        <p:nvPicPr>
          <p:cNvPr id="3" name="Picture 2" descr="A screenshot of a financial dashboard&#10;&#10;Description automatically generated">
            <a:extLst>
              <a:ext uri="{FF2B5EF4-FFF2-40B4-BE49-F238E27FC236}">
                <a16:creationId xmlns:a16="http://schemas.microsoft.com/office/drawing/2014/main" id="{2BFAEE50-64FD-DE5F-4323-7AB89F299E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316" y="656449"/>
            <a:ext cx="11877368" cy="6078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96405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FFC5AB64-1041-1D7E-F445-0B8FE1B4C2C7}"/>
              </a:ext>
            </a:extLst>
          </p:cNvPr>
          <p:cNvSpPr txBox="1"/>
          <p:nvPr/>
        </p:nvSpPr>
        <p:spPr>
          <a:xfrm>
            <a:off x="1302775" y="0"/>
            <a:ext cx="93898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u="sng" dirty="0">
                <a:latin typeface="+mj-lt"/>
              </a:rPr>
              <a:t>POWER BI DASHBOARD</a:t>
            </a:r>
            <a:endParaRPr lang="en-AE" sz="3200" b="1" u="sng" dirty="0">
              <a:latin typeface="+mj-lt"/>
            </a:endParaRPr>
          </a:p>
        </p:txBody>
      </p:sp>
      <p:pic>
        <p:nvPicPr>
          <p:cNvPr id="3" name="Picture 2" descr="A screenshot of a computer&#10;&#10;Description automatically generated">
            <a:extLst>
              <a:ext uri="{FF2B5EF4-FFF2-40B4-BE49-F238E27FC236}">
                <a16:creationId xmlns:a16="http://schemas.microsoft.com/office/drawing/2014/main" id="{31576CFB-E354-963F-6596-5D4EE6F1C50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652" y="678426"/>
            <a:ext cx="12054347" cy="6066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56067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DBD9954-5250-4C54-A511-9E416E966D6B}"/>
              </a:ext>
            </a:extLst>
          </p:cNvPr>
          <p:cNvSpPr txBox="1"/>
          <p:nvPr/>
        </p:nvSpPr>
        <p:spPr>
          <a:xfrm>
            <a:off x="-1071418" y="-2678545"/>
            <a:ext cx="1140229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TABLEAU DASHBOARD</a:t>
            </a:r>
            <a:endParaRPr lang="en-IN" sz="1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8ADFDA3-533F-4BF7-8180-B4EC3896A7A6}"/>
              </a:ext>
            </a:extLst>
          </p:cNvPr>
          <p:cNvSpPr txBox="1"/>
          <p:nvPr/>
        </p:nvSpPr>
        <p:spPr>
          <a:xfrm>
            <a:off x="1" y="0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accent1">
                    <a:lumMod val="75000"/>
                  </a:schemeClr>
                </a:solidFill>
                <a:highlight>
                  <a:srgbClr val="FFFF00"/>
                </a:highlight>
                <a:latin typeface="Mongolian Baiti" panose="03000500000000000000" pitchFamily="66" charset="0"/>
                <a:cs typeface="Mongolian Baiti" panose="03000500000000000000" pitchFamily="66" charset="0"/>
              </a:rPr>
              <a:t>TABLEAU DASHBOARD</a:t>
            </a:r>
            <a:endParaRPr lang="en-IN" sz="4000" b="1" dirty="0">
              <a:solidFill>
                <a:schemeClr val="accent1">
                  <a:lumMod val="75000"/>
                </a:schemeClr>
              </a:solidFill>
              <a:highlight>
                <a:srgbClr val="FFFF00"/>
              </a:highlight>
              <a:latin typeface="Mongolian Baiti" panose="03000500000000000000" pitchFamily="66" charset="0"/>
              <a:cs typeface="Mongolian Baiti" panose="03000500000000000000" pitchFamily="66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BA36012-0453-4877-8D3F-C33830B9AD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90550"/>
            <a:ext cx="12192000" cy="6267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25376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13</Words>
  <Application>Microsoft Office PowerPoint</Application>
  <PresentationFormat>Widescreen</PresentationFormat>
  <Paragraphs>7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Mongolian Baiti</vt:lpstr>
      <vt:lpstr>Office Theme</vt:lpstr>
      <vt:lpstr>Reference Dashboards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Rohit Kubal</dc:creator>
  <cp:lastModifiedBy>Rohit Kubal</cp:lastModifiedBy>
  <cp:revision>1</cp:revision>
  <dcterms:created xsi:type="dcterms:W3CDTF">2024-10-05T03:40:45Z</dcterms:created>
  <dcterms:modified xsi:type="dcterms:W3CDTF">2024-10-05T03:43:42Z</dcterms:modified>
</cp:coreProperties>
</file>