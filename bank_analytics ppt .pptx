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4.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5.xml" ContentType="application/vnd.openxmlformats-officedocument.drawingml.chartshape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6.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1" r:id="rId1"/>
  </p:sldMasterIdLst>
  <p:sldIdLst>
    <p:sldId id="256" r:id="rId2"/>
    <p:sldId id="257" r:id="rId3"/>
    <p:sldId id="259" r:id="rId4"/>
    <p:sldId id="275" r:id="rId5"/>
    <p:sldId id="276" r:id="rId6"/>
    <p:sldId id="277" r:id="rId7"/>
    <p:sldId id="258" r:id="rId8"/>
    <p:sldId id="270" r:id="rId9"/>
    <p:sldId id="260" r:id="rId10"/>
    <p:sldId id="271" r:id="rId11"/>
    <p:sldId id="261" r:id="rId12"/>
    <p:sldId id="272" r:id="rId13"/>
    <p:sldId id="262" r:id="rId14"/>
    <p:sldId id="273" r:id="rId15"/>
    <p:sldId id="263" r:id="rId16"/>
    <p:sldId id="274" r:id="rId17"/>
    <p:sldId id="264" r:id="rId18"/>
    <p:sldId id="265" r:id="rId19"/>
    <p:sldId id="280" r:id="rId20"/>
    <p:sldId id="267" r:id="rId21"/>
    <p:sldId id="281" r:id="rId22"/>
    <p:sldId id="282" r:id="rId23"/>
    <p:sldId id="266" r:id="rId24"/>
    <p:sldId id="283" r:id="rId25"/>
    <p:sldId id="284" r:id="rId26"/>
    <p:sldId id="278" r:id="rId27"/>
    <p:sldId id="279" r:id="rId28"/>
    <p:sldId id="26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3447" autoAdjust="0"/>
  </p:normalViewPr>
  <p:slideViewPr>
    <p:cSldViewPr snapToGrid="0">
      <p:cViewPr varScale="1">
        <p:scale>
          <a:sx n="77" d="100"/>
          <a:sy n="77" d="100"/>
        </p:scale>
        <p:origin x="95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p\Documents\BANK%20ANALYTIC%20PROJECT\New%20Bank%20Loan%20Analytics%20Project%20Excel.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p\Documents\BANK%20ANALYTIC%20PROJECT\New%20Bank%20Loan%20Analytics%20Project%20Excel.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hp\Downloads\Finance_1.xlsx" TargetMode="Externa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hp\Downloads\Finance_1.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hp\Downloads\Finance_1.xlsx" TargetMode="Externa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hp\Downloads\Finance_1.xlsx" TargetMode="Externa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[New Bank Loan Analytics Project Excel.xlsx]Year wise loan amount!Year_wise_loan_amount</c:name>
    <c:fmtId val="2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Year Wise Total Loan Amount</a:t>
            </a:r>
          </a:p>
        </c:rich>
      </c:tx>
      <c:layout>
        <c:manualLayout>
          <c:xMode val="edge"/>
          <c:yMode val="edge"/>
          <c:x val="0.26415966754155729"/>
          <c:y val="9.157188684747739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6"/>
          </a:solidFill>
          <a:ln>
            <a:noFill/>
          </a:ln>
          <a:effectLst/>
        </c:spPr>
        <c:marker>
          <c:symbol val="none"/>
        </c:marker>
        <c:dLbl>
          <c:idx val="0"/>
          <c:numFmt formatCode="0.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numFmt formatCode="0.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numFmt formatCode="0.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1661993417003634E-2"/>
          <c:y val="0.31124794400699912"/>
          <c:w val="0.93888888888888888"/>
          <c:h val="0.56089202391367754"/>
        </c:manualLayout>
      </c:layout>
      <c:barChart>
        <c:barDir val="col"/>
        <c:grouping val="clustered"/>
        <c:varyColors val="0"/>
        <c:dLbls>
          <c:dLblPos val="outEnd"/>
          <c:showLegendKey val="0"/>
          <c:showVal val="1"/>
          <c:showCatName val="0"/>
          <c:showSerName val="0"/>
          <c:showPercent val="0"/>
          <c:showBubbleSize val="0"/>
        </c:dLbls>
        <c:gapWidth val="219"/>
        <c:overlap val="-27"/>
        <c:axId val="113599712"/>
        <c:axId val="1878198288"/>
      </c:barChart>
      <c:catAx>
        <c:axId val="11359971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8198288"/>
        <c:crosses val="autoZero"/>
        <c:auto val="1"/>
        <c:lblAlgn val="ctr"/>
        <c:lblOffset val="100"/>
        <c:noMultiLvlLbl val="0"/>
      </c:catAx>
      <c:valAx>
        <c:axId val="1878198288"/>
        <c:scaling>
          <c:orientation val="minMax"/>
        </c:scaling>
        <c:delete val="1"/>
        <c:axPos val="l"/>
        <c:numFmt formatCode="General" sourceLinked="1"/>
        <c:majorTickMark val="none"/>
        <c:minorTickMark val="none"/>
        <c:tickLblPos val="nextTo"/>
        <c:crossAx val="1135997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[New Bank Loan Analytics Project Excel.xlsx]Year wise loan amount!Year_wise_loan_amount</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Year Wise Total Loan Amount</a:t>
            </a:r>
          </a:p>
        </c:rich>
      </c:tx>
      <c:layout>
        <c:manualLayout>
          <c:xMode val="edge"/>
          <c:yMode val="edge"/>
          <c:x val="0.46129969905365326"/>
          <c:y val="9.74024155547475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6"/>
          </a:solidFill>
          <a:ln>
            <a:noFill/>
          </a:ln>
          <a:effectLst/>
        </c:spPr>
        <c:marker>
          <c:symbol val="none"/>
        </c:marker>
        <c:dLbl>
          <c:idx val="0"/>
          <c:numFmt formatCode="0.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numFmt formatCode="0.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numFmt formatCode="0.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1661993417003634E-2"/>
          <c:y val="0.31124794400699912"/>
          <c:w val="0.93888888888888888"/>
          <c:h val="0.56089202391367754"/>
        </c:manualLayout>
      </c:layout>
      <c:barChart>
        <c:barDir val="col"/>
        <c:grouping val="clustered"/>
        <c:varyColors val="0"/>
        <c:dLbls>
          <c:dLblPos val="outEnd"/>
          <c:showLegendKey val="0"/>
          <c:showVal val="1"/>
          <c:showCatName val="0"/>
          <c:showSerName val="0"/>
          <c:showPercent val="0"/>
          <c:showBubbleSize val="0"/>
        </c:dLbls>
        <c:gapWidth val="219"/>
        <c:overlap val="-27"/>
        <c:axId val="113599712"/>
        <c:axId val="1878198288"/>
      </c:barChart>
      <c:catAx>
        <c:axId val="11359971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78198288"/>
        <c:crosses val="autoZero"/>
        <c:auto val="1"/>
        <c:lblAlgn val="ctr"/>
        <c:lblOffset val="100"/>
        <c:noMultiLvlLbl val="0"/>
      </c:catAx>
      <c:valAx>
        <c:axId val="1878198288"/>
        <c:scaling>
          <c:orientation val="minMax"/>
        </c:scaling>
        <c:delete val="1"/>
        <c:axPos val="l"/>
        <c:numFmt formatCode="General" sourceLinked="1"/>
        <c:majorTickMark val="none"/>
        <c:minorTickMark val="none"/>
        <c:tickLblPos val="nextTo"/>
        <c:crossAx val="113599712"/>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[Finance_1.xlsx]KPI 2!PivotTable2</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Grade</a:t>
            </a:r>
            <a:r>
              <a:rPr lang="en-US" baseline="0"/>
              <a:t> &amp; Subgrade wise revol_bal</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6"/>
          </a:solidFill>
          <a:ln>
            <a:noFill/>
          </a:ln>
          <a:effectLst/>
        </c:spPr>
        <c:marker>
          <c:symbol val="none"/>
        </c:marker>
        <c:dLbl>
          <c:idx val="0"/>
          <c:numFmt formatCode="[&gt;999999]#,,&quot;M&quot;;#,&quot;k&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numFmt formatCode="[&gt;999999]#,,&quot;M&quot;;#,&quot;k&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numFmt formatCode="[&gt;999999]#,,&quot;M&quot;;#,&quot;k&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numFmt formatCode="[&gt;999999]#,,&quot;M&quot;;#,&quot;k&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numFmt formatCode="[&gt;999999]#,,&quot;M&quot;;#,&quot;k&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dLbls>
          <c:dLblPos val="outEnd"/>
          <c:showLegendKey val="0"/>
          <c:showVal val="1"/>
          <c:showCatName val="0"/>
          <c:showSerName val="0"/>
          <c:showPercent val="0"/>
          <c:showBubbleSize val="0"/>
        </c:dLbls>
        <c:gapWidth val="219"/>
        <c:overlap val="-27"/>
        <c:axId val="406608399"/>
        <c:axId val="540610624"/>
      </c:barChart>
      <c:catAx>
        <c:axId val="4066083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0610624"/>
        <c:crosses val="autoZero"/>
        <c:auto val="1"/>
        <c:lblAlgn val="ctr"/>
        <c:lblOffset val="100"/>
        <c:noMultiLvlLbl val="0"/>
      </c:catAx>
      <c:valAx>
        <c:axId val="540610624"/>
        <c:scaling>
          <c:orientation val="minMax"/>
        </c:scaling>
        <c:delete val="0"/>
        <c:axPos val="l"/>
        <c:majorGridlines>
          <c:spPr>
            <a:ln w="9525" cap="flat" cmpd="sng" algn="ctr">
              <a:solidFill>
                <a:schemeClr val="tx1">
                  <a:lumMod val="15000"/>
                  <a:lumOff val="85000"/>
                </a:schemeClr>
              </a:solidFill>
              <a:round/>
            </a:ln>
            <a:effectLst/>
          </c:spPr>
        </c:majorGridlines>
        <c:numFmt formatCode="[&gt;999999]#,,&quot;M&quot;;#,&quot;k&quot;"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06608399"/>
        <c:crosses val="autoZero"/>
        <c:crossBetween val="between"/>
      </c:valAx>
      <c:spPr>
        <a:noFill/>
        <a:ln w="25400">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[Finance_1.xlsx]KPI 3!PivotTable3</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a:t>
            </a:r>
            <a:r>
              <a:rPr lang="en-US" baseline="0"/>
              <a:t> Payment for verified &amp; non-verified status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6"/>
          </a:solidFill>
          <a:ln w="19050">
            <a:solidFill>
              <a:schemeClr val="lt1"/>
            </a:solidFill>
          </a:ln>
          <a:effectLst/>
        </c:spPr>
        <c:marker>
          <c:symbol val="none"/>
        </c:marker>
        <c:dLbl>
          <c:idx val="0"/>
          <c:numFmt formatCode="[&gt;999999]#,,&quot;M&quot;;#,&quot;K&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dLbl>
          <c:idx val="0"/>
          <c:layout>
            <c:manualLayout>
              <c:x val="8.3333333333333329E-2"/>
              <c:y val="-7.407407407407407E-2"/>
            </c:manualLayout>
          </c:layout>
          <c:numFmt formatCode="[&gt;999999]#,,&quot;M&quot;;#,&quot;K&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dLbl>
          <c:idx val="0"/>
          <c:layout>
            <c:manualLayout>
              <c:x val="-0.10833333333333332"/>
              <c:y val="6.0185185185185182E-2"/>
            </c:manualLayout>
          </c:layout>
          <c:numFmt formatCode="[&gt;999999]#,,&quot;M&quot;;#,&quot;K&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solidFill>
          <a:ln w="19050">
            <a:solidFill>
              <a:schemeClr val="lt1"/>
            </a:solidFill>
          </a:ln>
          <a:effectLst/>
        </c:spPr>
        <c:marker>
          <c:symbol val="none"/>
        </c:marker>
        <c:dLbl>
          <c:idx val="0"/>
          <c:numFmt formatCode="[&gt;999999]#,,&quot;M&quot;;#,&quot;K&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6"/>
          </a:solidFill>
          <a:ln w="19050">
            <a:solidFill>
              <a:schemeClr val="lt1"/>
            </a:solidFill>
          </a:ln>
          <a:effectLst/>
        </c:spPr>
        <c:dLbl>
          <c:idx val="0"/>
          <c:layout>
            <c:manualLayout>
              <c:x val="0.1111111111111111"/>
              <c:y val="-1.1574074074074077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8F13C2B1-78E1-4786-80E2-4BFB7E6AB72D}" type="CATEGORYNAME">
                  <a:rPr lang="en-US"/>
                  <a:pPr>
                    <a:defRPr sz="900" b="0" i="0" u="none" strike="noStrike" kern="1200" baseline="0">
                      <a:solidFill>
                        <a:schemeClr val="tx1">
                          <a:lumMod val="75000"/>
                          <a:lumOff val="25000"/>
                        </a:schemeClr>
                      </a:solidFill>
                      <a:latin typeface="+mn-lt"/>
                      <a:ea typeface="+mn-ea"/>
                      <a:cs typeface="+mn-cs"/>
                    </a:defRPr>
                  </a:pPr>
                  <a:t>[CATEGORY NAME]</a:t>
                </a:fld>
                <a:endParaRPr lang="en-US"/>
              </a:p>
              <a:p>
                <a:pPr>
                  <a:defRPr sz="900" b="0" i="0" u="none" strike="noStrike" kern="1200" baseline="0">
                    <a:solidFill>
                      <a:schemeClr val="tx1">
                        <a:lumMod val="75000"/>
                        <a:lumOff val="25000"/>
                      </a:schemeClr>
                    </a:solidFill>
                    <a:latin typeface="+mn-lt"/>
                    <a:ea typeface="+mn-ea"/>
                    <a:cs typeface="+mn-cs"/>
                  </a:defRPr>
                </a:pPr>
                <a:r>
                  <a:rPr lang="en-US"/>
                  <a:t>41%</a:t>
                </a:r>
              </a:p>
            </c:rich>
          </c:tx>
          <c:numFmt formatCode="[&gt;999999]#,,&quot;M&quot;;#,&quot;K&quot;"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2048622047244092"/>
                  <c:h val="0.18974555263925341"/>
                </c:manualLayout>
              </c15:layout>
              <c15:dlblFieldTable/>
              <c15:showDataLabelsRange val="0"/>
            </c:ext>
          </c:extLst>
        </c:dLbl>
      </c:pivotFmt>
      <c:pivotFmt>
        <c:idx val="5"/>
        <c:spPr>
          <a:solidFill>
            <a:schemeClr val="accent5"/>
          </a:solidFill>
          <a:ln w="19050">
            <a:solidFill>
              <a:schemeClr val="lt1"/>
            </a:solidFill>
          </a:ln>
          <a:effectLst/>
        </c:spPr>
        <c:dLbl>
          <c:idx val="0"/>
          <c:layout>
            <c:manualLayout>
              <c:x val="-0.10416644794400701"/>
              <c:y val="-6.9444444444444337E-3"/>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r>
                  <a:rPr lang="en-US"/>
                  <a:t>58%</a:t>
                </a:r>
              </a:p>
              <a:p>
                <a:pPr>
                  <a:defRPr sz="900" b="0" i="0" u="none" strike="noStrike" kern="1200" baseline="0">
                    <a:solidFill>
                      <a:schemeClr val="tx1">
                        <a:lumMod val="75000"/>
                        <a:lumOff val="25000"/>
                      </a:schemeClr>
                    </a:solidFill>
                    <a:latin typeface="+mn-lt"/>
                    <a:ea typeface="+mn-ea"/>
                    <a:cs typeface="+mn-cs"/>
                  </a:defRPr>
                </a:pPr>
                <a:r>
                  <a:rPr lang="en-US"/>
                  <a:t>Verified</a:t>
                </a:r>
              </a:p>
            </c:rich>
          </c:tx>
          <c:numFmt formatCode="[&gt;999999]#,,&quot;M&quot;;#,&quot;K&quot;"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1215288713910759"/>
                  <c:h val="0.20826407115777196"/>
                </c:manualLayout>
              </c15:layout>
              <c15:showDataLabelsRange val="0"/>
            </c:ext>
          </c:extLst>
        </c:dLbl>
      </c:pivotFmt>
      <c:pivotFmt>
        <c:idx val="6"/>
        <c:spPr>
          <a:solidFill>
            <a:schemeClr val="accent6"/>
          </a:solidFill>
          <a:ln w="19050">
            <a:solidFill>
              <a:schemeClr val="lt1"/>
            </a:solidFill>
          </a:ln>
          <a:effectLst/>
        </c:spPr>
        <c:marker>
          <c:symbol val="none"/>
        </c:marker>
        <c:dLbl>
          <c:idx val="0"/>
          <c:numFmt formatCode="[&gt;999999]#,,&quot;M&quot;;#,&quot;K&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6"/>
          </a:solidFill>
          <a:ln w="19050">
            <a:solidFill>
              <a:schemeClr val="lt1"/>
            </a:solidFill>
          </a:ln>
          <a:effectLst/>
        </c:spPr>
        <c:dLbl>
          <c:idx val="0"/>
          <c:layout>
            <c:manualLayout>
              <c:x val="0.1111111111111111"/>
              <c:y val="-1.1574074074074077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8F13C2B1-78E1-4786-80E2-4BFB7E6AB72D}" type="CATEGORYNAME">
                  <a:rPr lang="en-US"/>
                  <a:pPr>
                    <a:defRPr sz="900" b="0" i="0" u="none" strike="noStrike" kern="1200" baseline="0">
                      <a:solidFill>
                        <a:schemeClr val="tx1">
                          <a:lumMod val="75000"/>
                          <a:lumOff val="25000"/>
                        </a:schemeClr>
                      </a:solidFill>
                      <a:latin typeface="+mn-lt"/>
                      <a:ea typeface="+mn-ea"/>
                      <a:cs typeface="+mn-cs"/>
                    </a:defRPr>
                  </a:pPr>
                  <a:t>[CATEGORY NAME]</a:t>
                </a:fld>
                <a:endParaRPr lang="en-US"/>
              </a:p>
              <a:p>
                <a:pPr>
                  <a:defRPr sz="900" b="0" i="0" u="none" strike="noStrike" kern="1200" baseline="0">
                    <a:solidFill>
                      <a:schemeClr val="tx1">
                        <a:lumMod val="75000"/>
                        <a:lumOff val="25000"/>
                      </a:schemeClr>
                    </a:solidFill>
                    <a:latin typeface="+mn-lt"/>
                    <a:ea typeface="+mn-ea"/>
                    <a:cs typeface="+mn-cs"/>
                  </a:defRPr>
                </a:pPr>
                <a:r>
                  <a:rPr lang="en-US"/>
                  <a:t>41%</a:t>
                </a:r>
              </a:p>
            </c:rich>
          </c:tx>
          <c:numFmt formatCode="[&gt;999999]#,,&quot;M&quot;;#,&quot;K&quot;"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2048622047244092"/>
                  <c:h val="0.18974555263925341"/>
                </c:manualLayout>
              </c15:layout>
              <c15:dlblFieldTable/>
              <c15:showDataLabelsRange val="0"/>
            </c:ext>
          </c:extLst>
        </c:dLbl>
      </c:pivotFmt>
      <c:pivotFmt>
        <c:idx val="8"/>
        <c:spPr>
          <a:solidFill>
            <a:schemeClr val="accent6"/>
          </a:solidFill>
          <a:ln w="19050">
            <a:solidFill>
              <a:schemeClr val="lt1"/>
            </a:solidFill>
          </a:ln>
          <a:effectLst/>
        </c:spPr>
        <c:dLbl>
          <c:idx val="0"/>
          <c:layout>
            <c:manualLayout>
              <c:x val="-0.10416644794400701"/>
              <c:y val="-6.9444444444444337E-3"/>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r>
                  <a:rPr lang="en-US"/>
                  <a:t>58%</a:t>
                </a:r>
              </a:p>
              <a:p>
                <a:pPr>
                  <a:defRPr sz="900" b="0" i="0" u="none" strike="noStrike" kern="1200" baseline="0">
                    <a:solidFill>
                      <a:schemeClr val="tx1">
                        <a:lumMod val="75000"/>
                        <a:lumOff val="25000"/>
                      </a:schemeClr>
                    </a:solidFill>
                    <a:latin typeface="+mn-lt"/>
                    <a:ea typeface="+mn-ea"/>
                    <a:cs typeface="+mn-cs"/>
                  </a:defRPr>
                </a:pPr>
                <a:r>
                  <a:rPr lang="en-US"/>
                  <a:t>Verified</a:t>
                </a:r>
              </a:p>
            </c:rich>
          </c:tx>
          <c:numFmt formatCode="[&gt;999999]#,,&quot;M&quot;;#,&quot;K&quot;"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1215288713910759"/>
                  <c:h val="0.20826407115777196"/>
                </c:manualLayout>
              </c15:layout>
              <c15:showDataLabelsRange val="0"/>
            </c:ext>
          </c:extLst>
        </c:dLbl>
      </c:pivotFmt>
      <c:pivotFmt>
        <c:idx val="9"/>
        <c:spPr>
          <a:solidFill>
            <a:schemeClr val="accent6"/>
          </a:solidFill>
          <a:ln w="19050">
            <a:solidFill>
              <a:schemeClr val="lt1"/>
            </a:solidFill>
          </a:ln>
          <a:effectLst/>
        </c:spPr>
        <c:marker>
          <c:symbol val="none"/>
        </c:marker>
        <c:dLbl>
          <c:idx val="0"/>
          <c:numFmt formatCode="[&gt;999999]#,,&quot;M&quot;;#,&quot;K&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6"/>
          </a:solidFill>
          <a:ln w="19050">
            <a:solidFill>
              <a:schemeClr val="lt1"/>
            </a:solidFill>
          </a:ln>
          <a:effectLst/>
        </c:spPr>
        <c:dLbl>
          <c:idx val="0"/>
          <c:layout>
            <c:manualLayout>
              <c:x val="0.1111111111111111"/>
              <c:y val="-1.1574074074074077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8F13C2B1-78E1-4786-80E2-4BFB7E6AB72D}" type="CATEGORYNAME">
                  <a:rPr lang="en-US"/>
                  <a:pPr>
                    <a:defRPr sz="900" b="0" i="0" u="none" strike="noStrike" kern="1200" baseline="0">
                      <a:solidFill>
                        <a:schemeClr val="tx1">
                          <a:lumMod val="75000"/>
                          <a:lumOff val="25000"/>
                        </a:schemeClr>
                      </a:solidFill>
                      <a:latin typeface="+mn-lt"/>
                      <a:ea typeface="+mn-ea"/>
                      <a:cs typeface="+mn-cs"/>
                    </a:defRPr>
                  </a:pPr>
                  <a:t>[CATEGORY NAME]</a:t>
                </a:fld>
                <a:endParaRPr lang="en-US"/>
              </a:p>
              <a:p>
                <a:pPr>
                  <a:defRPr sz="900" b="0" i="0" u="none" strike="noStrike" kern="1200" baseline="0">
                    <a:solidFill>
                      <a:schemeClr val="tx1">
                        <a:lumMod val="75000"/>
                        <a:lumOff val="25000"/>
                      </a:schemeClr>
                    </a:solidFill>
                    <a:latin typeface="+mn-lt"/>
                    <a:ea typeface="+mn-ea"/>
                    <a:cs typeface="+mn-cs"/>
                  </a:defRPr>
                </a:pPr>
                <a:r>
                  <a:rPr lang="en-US"/>
                  <a:t>41%</a:t>
                </a:r>
              </a:p>
            </c:rich>
          </c:tx>
          <c:numFmt formatCode="[&gt;999999]#,,&quot;M&quot;;#,&quot;K&quot;"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2048622047244092"/>
                  <c:h val="0.18974555263925341"/>
                </c:manualLayout>
              </c15:layout>
              <c15:dlblFieldTable/>
              <c15:showDataLabelsRange val="0"/>
            </c:ext>
          </c:extLst>
        </c:dLbl>
      </c:pivotFmt>
      <c:pivotFmt>
        <c:idx val="11"/>
        <c:spPr>
          <a:solidFill>
            <a:schemeClr val="accent6"/>
          </a:solidFill>
          <a:ln w="19050">
            <a:solidFill>
              <a:schemeClr val="lt1"/>
            </a:solidFill>
          </a:ln>
          <a:effectLst/>
        </c:spPr>
        <c:dLbl>
          <c:idx val="0"/>
          <c:layout>
            <c:manualLayout>
              <c:x val="-0.10416644794400701"/>
              <c:y val="-6.9444444444444337E-3"/>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r>
                  <a:rPr lang="en-US"/>
                  <a:t>58%</a:t>
                </a:r>
              </a:p>
              <a:p>
                <a:pPr>
                  <a:defRPr sz="900" b="0" i="0" u="none" strike="noStrike" kern="1200" baseline="0">
                    <a:solidFill>
                      <a:schemeClr val="tx1">
                        <a:lumMod val="75000"/>
                        <a:lumOff val="25000"/>
                      </a:schemeClr>
                    </a:solidFill>
                    <a:latin typeface="+mn-lt"/>
                    <a:ea typeface="+mn-ea"/>
                    <a:cs typeface="+mn-cs"/>
                  </a:defRPr>
                </a:pPr>
                <a:r>
                  <a:rPr lang="en-US"/>
                  <a:t>Verified</a:t>
                </a:r>
              </a:p>
            </c:rich>
          </c:tx>
          <c:numFmt formatCode="[&gt;999999]#,,&quot;M&quot;;#,&quot;K&quot;"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1215288713910759"/>
                  <c:h val="0.20826407115777196"/>
                </c:manualLayout>
              </c15:layout>
              <c15:showDataLabelsRange val="0"/>
            </c:ext>
          </c:extLst>
        </c:dLbl>
      </c:pivotFmt>
      <c:pivotFmt>
        <c:idx val="12"/>
        <c:spPr>
          <a:solidFill>
            <a:schemeClr val="accent6"/>
          </a:solidFill>
          <a:ln w="19050">
            <a:solidFill>
              <a:schemeClr val="lt1"/>
            </a:solidFill>
          </a:ln>
          <a:effectLst/>
        </c:spPr>
      </c:pivotFmt>
      <c:pivotFmt>
        <c:idx val="13"/>
        <c:spPr>
          <a:solidFill>
            <a:schemeClr val="accent6"/>
          </a:solidFill>
          <a:ln w="19050">
            <a:solidFill>
              <a:schemeClr val="lt1"/>
            </a:solidFill>
          </a:ln>
          <a:effectLst/>
        </c:spPr>
        <c:marker>
          <c:symbol val="none"/>
        </c:marker>
        <c:dLbl>
          <c:idx val="0"/>
          <c:numFmt formatCode="[&gt;999999]#,,&quot;M&quot;;#,&quot;K&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6"/>
          </a:solidFill>
          <a:ln w="19050">
            <a:solidFill>
              <a:schemeClr val="lt1"/>
            </a:solidFill>
          </a:ln>
          <a:effectLst/>
        </c:spPr>
        <c:dLbl>
          <c:idx val="0"/>
          <c:layout>
            <c:manualLayout>
              <c:x val="0.1111111111111111"/>
              <c:y val="-1.1574074074074077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8F13C2B1-78E1-4786-80E2-4BFB7E6AB72D}" type="CATEGORYNAME">
                  <a:rPr lang="en-US"/>
                  <a:pPr>
                    <a:defRPr sz="900" b="0" i="0" u="none" strike="noStrike" kern="1200" baseline="0">
                      <a:solidFill>
                        <a:schemeClr val="tx1">
                          <a:lumMod val="75000"/>
                          <a:lumOff val="25000"/>
                        </a:schemeClr>
                      </a:solidFill>
                      <a:latin typeface="+mn-lt"/>
                      <a:ea typeface="+mn-ea"/>
                      <a:cs typeface="+mn-cs"/>
                    </a:defRPr>
                  </a:pPr>
                  <a:t>[CATEGORY NAME]</a:t>
                </a:fld>
                <a:endParaRPr lang="en-US"/>
              </a:p>
              <a:p>
                <a:pPr>
                  <a:defRPr sz="900" b="0" i="0" u="none" strike="noStrike" kern="1200" baseline="0">
                    <a:solidFill>
                      <a:schemeClr val="tx1">
                        <a:lumMod val="75000"/>
                        <a:lumOff val="25000"/>
                      </a:schemeClr>
                    </a:solidFill>
                    <a:latin typeface="+mn-lt"/>
                    <a:ea typeface="+mn-ea"/>
                    <a:cs typeface="+mn-cs"/>
                  </a:defRPr>
                </a:pPr>
                <a:r>
                  <a:rPr lang="en-US"/>
                  <a:t>41%</a:t>
                </a:r>
              </a:p>
            </c:rich>
          </c:tx>
          <c:numFmt formatCode="[&gt;999999]#,,&quot;M&quot;;#,&quot;K&quot;"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2048622047244092"/>
                  <c:h val="0.18974555263925341"/>
                </c:manualLayout>
              </c15:layout>
              <c15:dlblFieldTable/>
              <c15:showDataLabelsRange val="0"/>
            </c:ext>
          </c:extLst>
        </c:dLbl>
      </c:pivotFmt>
      <c:pivotFmt>
        <c:idx val="15"/>
        <c:spPr>
          <a:solidFill>
            <a:schemeClr val="accent6"/>
          </a:solidFill>
          <a:ln w="19050">
            <a:solidFill>
              <a:schemeClr val="lt1"/>
            </a:solidFill>
          </a:ln>
          <a:effectLst/>
        </c:spPr>
        <c:dLbl>
          <c:idx val="0"/>
          <c:layout>
            <c:manualLayout>
              <c:x val="-0.10416644794400701"/>
              <c:y val="-6.9444444444444337E-3"/>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r>
                  <a:rPr lang="en-US"/>
                  <a:t>58%</a:t>
                </a:r>
              </a:p>
              <a:p>
                <a:pPr>
                  <a:defRPr sz="900" b="0" i="0" u="none" strike="noStrike" kern="1200" baseline="0">
                    <a:solidFill>
                      <a:schemeClr val="tx1">
                        <a:lumMod val="75000"/>
                        <a:lumOff val="25000"/>
                      </a:schemeClr>
                    </a:solidFill>
                    <a:latin typeface="+mn-lt"/>
                    <a:ea typeface="+mn-ea"/>
                    <a:cs typeface="+mn-cs"/>
                  </a:defRPr>
                </a:pPr>
                <a:r>
                  <a:rPr lang="en-US"/>
                  <a:t>Verified</a:t>
                </a:r>
              </a:p>
            </c:rich>
          </c:tx>
          <c:numFmt formatCode="[&gt;999999]#,,&quot;M&quot;;#,&quot;K&quot;"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1215288713910759"/>
                  <c:h val="0.20826407115777196"/>
                </c:manualLayout>
              </c15:layout>
              <c15:showDataLabelsRange val="0"/>
            </c:ext>
          </c:extLst>
        </c:dLbl>
      </c:pivotFmt>
      <c:pivotFmt>
        <c:idx val="16"/>
        <c:spPr>
          <a:solidFill>
            <a:schemeClr val="accent6"/>
          </a:solidFill>
          <a:ln w="19050">
            <a:solidFill>
              <a:schemeClr val="lt1"/>
            </a:solidFill>
          </a:ln>
          <a:effectLst/>
        </c:spPr>
        <c:marker>
          <c:symbol val="none"/>
        </c:marker>
        <c:dLbl>
          <c:idx val="0"/>
          <c:numFmt formatCode="[&gt;999999]#,,&quot;M&quot;;#,&quot;K&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6"/>
          </a:solidFill>
          <a:ln w="19050">
            <a:solidFill>
              <a:schemeClr val="lt1"/>
            </a:solidFill>
          </a:ln>
          <a:effectLst/>
        </c:spPr>
        <c:dLbl>
          <c:idx val="0"/>
          <c:layout>
            <c:manualLayout>
              <c:x val="0.1111111111111111"/>
              <c:y val="-1.1574074074074077E-2"/>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8F13C2B1-78E1-4786-80E2-4BFB7E6AB72D}" type="CATEGORYNAME">
                  <a:rPr lang="en-US"/>
                  <a:pPr>
                    <a:defRPr sz="900" b="0" i="0" u="none" strike="noStrike" kern="1200" baseline="0">
                      <a:solidFill>
                        <a:schemeClr val="tx1">
                          <a:lumMod val="75000"/>
                          <a:lumOff val="25000"/>
                        </a:schemeClr>
                      </a:solidFill>
                      <a:latin typeface="+mn-lt"/>
                      <a:ea typeface="+mn-ea"/>
                      <a:cs typeface="+mn-cs"/>
                    </a:defRPr>
                  </a:pPr>
                  <a:t>[CATEGORY NAME]</a:t>
                </a:fld>
                <a:endParaRPr lang="en-US"/>
              </a:p>
              <a:p>
                <a:pPr>
                  <a:defRPr sz="900" b="0" i="0" u="none" strike="noStrike" kern="1200" baseline="0">
                    <a:solidFill>
                      <a:schemeClr val="tx1">
                        <a:lumMod val="75000"/>
                        <a:lumOff val="25000"/>
                      </a:schemeClr>
                    </a:solidFill>
                    <a:latin typeface="+mn-lt"/>
                    <a:ea typeface="+mn-ea"/>
                    <a:cs typeface="+mn-cs"/>
                  </a:defRPr>
                </a:pPr>
                <a:r>
                  <a:rPr lang="en-US"/>
                  <a:t>41%</a:t>
                </a:r>
              </a:p>
            </c:rich>
          </c:tx>
          <c:numFmt formatCode="[&gt;999999]#,,&quot;M&quot;;#,&quot;K&quot;"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2048622047244092"/>
                  <c:h val="0.18974555263925341"/>
                </c:manualLayout>
              </c15:layout>
              <c15:dlblFieldTable/>
              <c15:showDataLabelsRange val="0"/>
            </c:ext>
          </c:extLst>
        </c:dLbl>
      </c:pivotFmt>
      <c:pivotFmt>
        <c:idx val="18"/>
        <c:spPr>
          <a:solidFill>
            <a:schemeClr val="accent6"/>
          </a:solidFill>
          <a:ln w="19050">
            <a:solidFill>
              <a:schemeClr val="lt1"/>
            </a:solidFill>
          </a:ln>
          <a:effectLst/>
        </c:spPr>
        <c:dLbl>
          <c:idx val="0"/>
          <c:layout>
            <c:manualLayout>
              <c:x val="-0.10416644794400701"/>
              <c:y val="-6.9444444444444337E-3"/>
            </c:manualLayout>
          </c:layout>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r>
                  <a:rPr lang="en-US"/>
                  <a:t>58%</a:t>
                </a:r>
              </a:p>
              <a:p>
                <a:pPr>
                  <a:defRPr sz="900" b="0" i="0" u="none" strike="noStrike" kern="1200" baseline="0">
                    <a:solidFill>
                      <a:schemeClr val="tx1">
                        <a:lumMod val="75000"/>
                        <a:lumOff val="25000"/>
                      </a:schemeClr>
                    </a:solidFill>
                    <a:latin typeface="+mn-lt"/>
                    <a:ea typeface="+mn-ea"/>
                    <a:cs typeface="+mn-cs"/>
                  </a:defRPr>
                </a:pPr>
                <a:r>
                  <a:rPr lang="en-US"/>
                  <a:t>Verified</a:t>
                </a:r>
              </a:p>
            </c:rich>
          </c:tx>
          <c:numFmt formatCode="[&gt;999999]#,,&quot;M&quot;;#,&quot;K&quot;" sourceLinked="0"/>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1215288713910759"/>
                  <c:h val="0.20826407115777196"/>
                </c:manualLayout>
              </c15:layout>
              <c15:showDataLabelsRange val="0"/>
            </c:ext>
          </c:extLst>
        </c:dLbl>
      </c:pivotFmt>
    </c:pivotFmts>
    <c:plotArea>
      <c:layout>
        <c:manualLayout>
          <c:layoutTarget val="inner"/>
          <c:xMode val="edge"/>
          <c:yMode val="edge"/>
          <c:x val="0.12300418274513546"/>
          <c:y val="0.15237676000396938"/>
          <c:w val="0.65349741709112086"/>
          <c:h val="0.73277514429307267"/>
        </c:manualLayout>
      </c:layout>
      <c:doughnutChart>
        <c:varyColors val="1"/>
        <c:dLbls>
          <c:showLegendKey val="0"/>
          <c:showVal val="1"/>
          <c:showCatName val="0"/>
          <c:showSerName val="0"/>
          <c:showPercent val="0"/>
          <c:showBubbleSize val="0"/>
          <c:showLeaderLines val="0"/>
        </c:dLbls>
        <c:firstSliceAng val="0"/>
        <c:holeSize val="75"/>
      </c:doughnutChart>
      <c:spPr>
        <a:noFill/>
        <a:ln>
          <a:noFill/>
        </a:ln>
        <a:effectLst/>
      </c:spPr>
    </c:plotArea>
    <c:legend>
      <c:legendPos val="r"/>
      <c:layout>
        <c:manualLayout>
          <c:xMode val="edge"/>
          <c:yMode val="edge"/>
          <c:x val="0.77216409160493038"/>
          <c:y val="0.73333682038537129"/>
          <c:w val="0.20292122972576196"/>
          <c:h val="0.17305587479462647"/>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[Finance_1.xlsx]KPI 5!PivotTable5</c:name>
    <c:fmtId val="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Home</a:t>
            </a:r>
            <a:r>
              <a:rPr lang="en-US" baseline="0"/>
              <a:t> Ownership Vs last Payment date stats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4762630426887324"/>
          <c:y val="0.15737338680128651"/>
          <c:w val="0.64426391629121393"/>
          <c:h val="0.72168469126037416"/>
        </c:manualLayout>
      </c:layout>
      <c:barChart>
        <c:barDir val="col"/>
        <c:grouping val="clustered"/>
        <c:varyColors val="0"/>
        <c:dLbls>
          <c:showLegendKey val="0"/>
          <c:showVal val="0"/>
          <c:showCatName val="0"/>
          <c:showSerName val="0"/>
          <c:showPercent val="0"/>
          <c:showBubbleSize val="0"/>
        </c:dLbls>
        <c:gapWidth val="219"/>
        <c:overlap val="-27"/>
        <c:axId val="238619568"/>
        <c:axId val="50628479"/>
      </c:barChart>
      <c:catAx>
        <c:axId val="238619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0628479"/>
        <c:crosses val="autoZero"/>
        <c:auto val="1"/>
        <c:lblAlgn val="ctr"/>
        <c:lblOffset val="100"/>
        <c:noMultiLvlLbl val="0"/>
      </c:catAx>
      <c:valAx>
        <c:axId val="50628479"/>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238619568"/>
        <c:crosses val="autoZero"/>
        <c:crossBetween val="between"/>
      </c:valAx>
      <c:spPr>
        <a:noFill/>
        <a:ln w="25400">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[Finance_1.xlsx]KPI 4!PivotTable4</c:name>
    <c:fmtId val="23"/>
  </c:pivotSource>
  <c:chart>
    <c:title>
      <c:tx>
        <c:rich>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r>
              <a:rPr lang="en-US"/>
              <a:t>State wise and month wise loan status</a:t>
            </a:r>
          </a:p>
        </c:rich>
      </c:tx>
      <c:layout>
        <c:manualLayout>
          <c:xMode val="edge"/>
          <c:yMode val="edge"/>
          <c:x val="0.14652077865266841"/>
          <c:y val="8.7962962962962965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en-US"/>
        </a:p>
      </c:txPr>
    </c:title>
    <c:autoTitleDeleted val="0"/>
    <c:pivotFmts>
      <c:pivotFmt>
        <c:idx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bestFit"/>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shade val="30000"/>
                  <a:satMod val="103000"/>
                  <a:lumMod val="102000"/>
                  <a:tint val="94000"/>
                </a:schemeClr>
              </a:gs>
              <a:gs pos="50000">
                <a:schemeClr val="accent6">
                  <a:shade val="30000"/>
                  <a:satMod val="110000"/>
                  <a:lumMod val="100000"/>
                  <a:shade val="100000"/>
                </a:schemeClr>
              </a:gs>
              <a:gs pos="100000">
                <a:schemeClr val="accent6">
                  <a:shade val="30000"/>
                  <a:lumMod val="99000"/>
                  <a:satMod val="120000"/>
                  <a:shade val="78000"/>
                </a:schemeClr>
              </a:gs>
            </a:gsLst>
            <a:lin ang="5400000" scaled="0"/>
          </a:gradFill>
          <a:ln>
            <a:noFill/>
          </a:ln>
          <a:effectLst/>
        </c:spPr>
      </c:pivotFmt>
      <c:pivotFmt>
        <c:idx val="3"/>
        <c:spPr>
          <a:gradFill rotWithShape="1">
            <a:gsLst>
              <a:gs pos="0">
                <a:schemeClr val="accent6">
                  <a:shade val="31000"/>
                  <a:satMod val="103000"/>
                  <a:lumMod val="102000"/>
                  <a:tint val="94000"/>
                </a:schemeClr>
              </a:gs>
              <a:gs pos="50000">
                <a:schemeClr val="accent6">
                  <a:shade val="31000"/>
                  <a:satMod val="110000"/>
                  <a:lumMod val="100000"/>
                  <a:shade val="100000"/>
                </a:schemeClr>
              </a:gs>
              <a:gs pos="100000">
                <a:schemeClr val="accent6">
                  <a:shade val="31000"/>
                  <a:lumMod val="99000"/>
                  <a:satMod val="120000"/>
                  <a:shade val="78000"/>
                </a:schemeClr>
              </a:gs>
            </a:gsLst>
            <a:lin ang="5400000" scaled="0"/>
          </a:gradFill>
          <a:ln>
            <a:noFill/>
          </a:ln>
          <a:effectLst/>
        </c:spPr>
      </c:pivotFmt>
      <c:pivotFmt>
        <c:idx val="4"/>
        <c:spPr>
          <a:gradFill rotWithShape="1">
            <a:gsLst>
              <a:gs pos="0">
                <a:schemeClr val="accent6">
                  <a:shade val="32000"/>
                  <a:satMod val="103000"/>
                  <a:lumMod val="102000"/>
                  <a:tint val="94000"/>
                </a:schemeClr>
              </a:gs>
              <a:gs pos="50000">
                <a:schemeClr val="accent6">
                  <a:shade val="32000"/>
                  <a:satMod val="110000"/>
                  <a:lumMod val="100000"/>
                  <a:shade val="100000"/>
                </a:schemeClr>
              </a:gs>
              <a:gs pos="100000">
                <a:schemeClr val="accent6">
                  <a:shade val="32000"/>
                  <a:lumMod val="99000"/>
                  <a:satMod val="120000"/>
                  <a:shade val="78000"/>
                </a:schemeClr>
              </a:gs>
            </a:gsLst>
            <a:lin ang="5400000" scaled="0"/>
          </a:gradFill>
          <a:ln>
            <a:noFill/>
          </a:ln>
          <a:effectLst/>
        </c:spPr>
      </c:pivotFmt>
      <c:pivotFmt>
        <c:idx val="5"/>
        <c:spPr>
          <a:gradFill rotWithShape="1">
            <a:gsLst>
              <a:gs pos="0">
                <a:schemeClr val="accent6">
                  <a:shade val="33000"/>
                  <a:satMod val="103000"/>
                  <a:lumMod val="102000"/>
                  <a:tint val="94000"/>
                </a:schemeClr>
              </a:gs>
              <a:gs pos="50000">
                <a:schemeClr val="accent6">
                  <a:shade val="33000"/>
                  <a:satMod val="110000"/>
                  <a:lumMod val="100000"/>
                  <a:shade val="100000"/>
                </a:schemeClr>
              </a:gs>
              <a:gs pos="100000">
                <a:schemeClr val="accent6">
                  <a:shade val="33000"/>
                  <a:lumMod val="99000"/>
                  <a:satMod val="120000"/>
                  <a:shade val="78000"/>
                </a:schemeClr>
              </a:gs>
            </a:gsLst>
            <a:lin ang="5400000" scaled="0"/>
          </a:gradFill>
          <a:ln>
            <a:noFill/>
          </a:ln>
          <a:effectLst/>
        </c:spPr>
      </c:pivotFmt>
      <c:pivotFmt>
        <c:idx val="6"/>
        <c:spPr>
          <a:gradFill rotWithShape="1">
            <a:gsLst>
              <a:gs pos="0">
                <a:schemeClr val="accent6">
                  <a:shade val="34000"/>
                  <a:satMod val="103000"/>
                  <a:lumMod val="102000"/>
                  <a:tint val="94000"/>
                </a:schemeClr>
              </a:gs>
              <a:gs pos="50000">
                <a:schemeClr val="accent6">
                  <a:shade val="34000"/>
                  <a:satMod val="110000"/>
                  <a:lumMod val="100000"/>
                  <a:shade val="100000"/>
                </a:schemeClr>
              </a:gs>
              <a:gs pos="100000">
                <a:schemeClr val="accent6">
                  <a:shade val="34000"/>
                  <a:lumMod val="99000"/>
                  <a:satMod val="120000"/>
                  <a:shade val="78000"/>
                </a:schemeClr>
              </a:gs>
            </a:gsLst>
            <a:lin ang="5400000" scaled="0"/>
          </a:gradFill>
          <a:ln>
            <a:noFill/>
          </a:ln>
          <a:effectLst/>
        </c:spPr>
      </c:pivotFmt>
      <c:pivotFmt>
        <c:idx val="7"/>
        <c:spPr>
          <a:gradFill rotWithShape="1">
            <a:gsLst>
              <a:gs pos="0">
                <a:schemeClr val="accent6">
                  <a:shade val="35000"/>
                  <a:satMod val="103000"/>
                  <a:lumMod val="102000"/>
                  <a:tint val="94000"/>
                </a:schemeClr>
              </a:gs>
              <a:gs pos="50000">
                <a:schemeClr val="accent6">
                  <a:shade val="35000"/>
                  <a:satMod val="110000"/>
                  <a:lumMod val="100000"/>
                  <a:shade val="100000"/>
                </a:schemeClr>
              </a:gs>
              <a:gs pos="100000">
                <a:schemeClr val="accent6">
                  <a:shade val="35000"/>
                  <a:lumMod val="99000"/>
                  <a:satMod val="120000"/>
                  <a:shade val="78000"/>
                </a:schemeClr>
              </a:gs>
            </a:gsLst>
            <a:lin ang="5400000" scaled="0"/>
          </a:gradFill>
          <a:ln>
            <a:noFill/>
          </a:ln>
          <a:effectLst/>
        </c:spPr>
      </c:pivotFmt>
      <c:pivotFmt>
        <c:idx val="8"/>
        <c:spPr>
          <a:gradFill rotWithShape="1">
            <a:gsLst>
              <a:gs pos="0">
                <a:schemeClr val="accent6">
                  <a:shade val="36000"/>
                  <a:satMod val="103000"/>
                  <a:lumMod val="102000"/>
                  <a:tint val="94000"/>
                </a:schemeClr>
              </a:gs>
              <a:gs pos="50000">
                <a:schemeClr val="accent6">
                  <a:shade val="36000"/>
                  <a:satMod val="110000"/>
                  <a:lumMod val="100000"/>
                  <a:shade val="100000"/>
                </a:schemeClr>
              </a:gs>
              <a:gs pos="100000">
                <a:schemeClr val="accent6">
                  <a:shade val="36000"/>
                  <a:lumMod val="99000"/>
                  <a:satMod val="120000"/>
                  <a:shade val="78000"/>
                </a:schemeClr>
              </a:gs>
            </a:gsLst>
            <a:lin ang="5400000" scaled="0"/>
          </a:gradFill>
          <a:ln>
            <a:noFill/>
          </a:ln>
          <a:effectLst/>
        </c:spPr>
      </c:pivotFmt>
      <c:pivotFmt>
        <c:idx val="9"/>
        <c:spPr>
          <a:gradFill rotWithShape="1">
            <a:gsLst>
              <a:gs pos="0">
                <a:schemeClr val="accent6">
                  <a:shade val="37000"/>
                  <a:satMod val="103000"/>
                  <a:lumMod val="102000"/>
                  <a:tint val="94000"/>
                </a:schemeClr>
              </a:gs>
              <a:gs pos="50000">
                <a:schemeClr val="accent6">
                  <a:shade val="37000"/>
                  <a:satMod val="110000"/>
                  <a:lumMod val="100000"/>
                  <a:shade val="100000"/>
                </a:schemeClr>
              </a:gs>
              <a:gs pos="100000">
                <a:schemeClr val="accent6">
                  <a:shade val="37000"/>
                  <a:lumMod val="99000"/>
                  <a:satMod val="120000"/>
                  <a:shade val="78000"/>
                </a:schemeClr>
              </a:gs>
            </a:gsLst>
            <a:lin ang="5400000" scaled="0"/>
          </a:gradFill>
          <a:ln>
            <a:noFill/>
          </a:ln>
          <a:effectLst/>
        </c:spPr>
      </c:pivotFmt>
      <c:pivotFmt>
        <c:idx val="10"/>
        <c:spPr>
          <a:gradFill rotWithShape="1">
            <a:gsLst>
              <a:gs pos="0">
                <a:schemeClr val="accent6">
                  <a:shade val="38000"/>
                  <a:satMod val="103000"/>
                  <a:lumMod val="102000"/>
                  <a:tint val="94000"/>
                </a:schemeClr>
              </a:gs>
              <a:gs pos="50000">
                <a:schemeClr val="accent6">
                  <a:shade val="38000"/>
                  <a:satMod val="110000"/>
                  <a:lumMod val="100000"/>
                  <a:shade val="100000"/>
                </a:schemeClr>
              </a:gs>
              <a:gs pos="100000">
                <a:schemeClr val="accent6">
                  <a:shade val="38000"/>
                  <a:lumMod val="99000"/>
                  <a:satMod val="120000"/>
                  <a:shade val="78000"/>
                </a:schemeClr>
              </a:gs>
            </a:gsLst>
            <a:lin ang="5400000" scaled="0"/>
          </a:gradFill>
          <a:ln>
            <a:noFill/>
          </a:ln>
          <a:effectLst/>
        </c:spPr>
      </c:pivotFmt>
      <c:pivotFmt>
        <c:idx val="11"/>
        <c:spPr>
          <a:gradFill rotWithShape="1">
            <a:gsLst>
              <a:gs pos="0">
                <a:schemeClr val="accent6">
                  <a:shade val="39000"/>
                  <a:satMod val="103000"/>
                  <a:lumMod val="102000"/>
                  <a:tint val="94000"/>
                </a:schemeClr>
              </a:gs>
              <a:gs pos="50000">
                <a:schemeClr val="accent6">
                  <a:shade val="39000"/>
                  <a:satMod val="110000"/>
                  <a:lumMod val="100000"/>
                  <a:shade val="100000"/>
                </a:schemeClr>
              </a:gs>
              <a:gs pos="100000">
                <a:schemeClr val="accent6">
                  <a:shade val="39000"/>
                  <a:lumMod val="99000"/>
                  <a:satMod val="120000"/>
                  <a:shade val="78000"/>
                </a:schemeClr>
              </a:gs>
            </a:gsLst>
            <a:lin ang="5400000" scaled="0"/>
          </a:gradFill>
          <a:ln>
            <a:noFill/>
          </a:ln>
          <a:effectLst/>
        </c:spPr>
      </c:pivotFmt>
      <c:pivotFmt>
        <c:idx val="12"/>
        <c:spPr>
          <a:gradFill rotWithShape="1">
            <a:gsLst>
              <a:gs pos="0">
                <a:schemeClr val="accent6">
                  <a:shade val="40000"/>
                  <a:satMod val="103000"/>
                  <a:lumMod val="102000"/>
                  <a:tint val="94000"/>
                </a:schemeClr>
              </a:gs>
              <a:gs pos="50000">
                <a:schemeClr val="accent6">
                  <a:shade val="40000"/>
                  <a:satMod val="110000"/>
                  <a:lumMod val="100000"/>
                  <a:shade val="100000"/>
                </a:schemeClr>
              </a:gs>
              <a:gs pos="100000">
                <a:schemeClr val="accent6">
                  <a:shade val="40000"/>
                  <a:lumMod val="99000"/>
                  <a:satMod val="120000"/>
                  <a:shade val="78000"/>
                </a:schemeClr>
              </a:gs>
            </a:gsLst>
            <a:lin ang="5400000" scaled="0"/>
          </a:gradFill>
          <a:ln>
            <a:noFill/>
          </a:ln>
          <a:effectLst/>
        </c:spPr>
      </c:pivotFmt>
      <c:pivotFmt>
        <c:idx val="13"/>
        <c:spPr>
          <a:gradFill rotWithShape="1">
            <a:gsLst>
              <a:gs pos="0">
                <a:schemeClr val="accent6">
                  <a:shade val="41000"/>
                  <a:satMod val="103000"/>
                  <a:lumMod val="102000"/>
                  <a:tint val="94000"/>
                </a:schemeClr>
              </a:gs>
              <a:gs pos="50000">
                <a:schemeClr val="accent6">
                  <a:shade val="41000"/>
                  <a:satMod val="110000"/>
                  <a:lumMod val="100000"/>
                  <a:shade val="100000"/>
                </a:schemeClr>
              </a:gs>
              <a:gs pos="100000">
                <a:schemeClr val="accent6">
                  <a:shade val="41000"/>
                  <a:lumMod val="99000"/>
                  <a:satMod val="120000"/>
                  <a:shade val="78000"/>
                </a:schemeClr>
              </a:gs>
            </a:gsLst>
            <a:lin ang="5400000" scaled="0"/>
          </a:gradFill>
          <a:ln>
            <a:noFill/>
          </a:ln>
          <a:effectLst/>
        </c:spPr>
      </c:pivotFmt>
      <c:pivotFmt>
        <c:idx val="14"/>
        <c:spPr>
          <a:gradFill rotWithShape="1">
            <a:gsLst>
              <a:gs pos="0">
                <a:schemeClr val="accent6">
                  <a:shade val="42000"/>
                  <a:satMod val="103000"/>
                  <a:lumMod val="102000"/>
                  <a:tint val="94000"/>
                </a:schemeClr>
              </a:gs>
              <a:gs pos="50000">
                <a:schemeClr val="accent6">
                  <a:shade val="42000"/>
                  <a:satMod val="110000"/>
                  <a:lumMod val="100000"/>
                  <a:shade val="100000"/>
                </a:schemeClr>
              </a:gs>
              <a:gs pos="100000">
                <a:schemeClr val="accent6">
                  <a:shade val="42000"/>
                  <a:lumMod val="99000"/>
                  <a:satMod val="120000"/>
                  <a:shade val="78000"/>
                </a:schemeClr>
              </a:gs>
            </a:gsLst>
            <a:lin ang="5400000" scaled="0"/>
          </a:gradFill>
          <a:ln>
            <a:noFill/>
          </a:ln>
          <a:effectLst/>
        </c:spPr>
      </c:pivotFmt>
      <c:pivotFmt>
        <c:idx val="15"/>
        <c:spPr>
          <a:gradFill rotWithShape="1">
            <a:gsLst>
              <a:gs pos="0">
                <a:schemeClr val="accent6">
                  <a:shade val="43000"/>
                  <a:satMod val="103000"/>
                  <a:lumMod val="102000"/>
                  <a:tint val="94000"/>
                </a:schemeClr>
              </a:gs>
              <a:gs pos="50000">
                <a:schemeClr val="accent6">
                  <a:shade val="43000"/>
                  <a:satMod val="110000"/>
                  <a:lumMod val="100000"/>
                  <a:shade val="100000"/>
                </a:schemeClr>
              </a:gs>
              <a:gs pos="100000">
                <a:schemeClr val="accent6">
                  <a:shade val="43000"/>
                  <a:lumMod val="99000"/>
                  <a:satMod val="120000"/>
                  <a:shade val="78000"/>
                </a:schemeClr>
              </a:gs>
            </a:gsLst>
            <a:lin ang="5400000" scaled="0"/>
          </a:gradFill>
          <a:ln>
            <a:noFill/>
          </a:ln>
          <a:effectLst/>
        </c:spPr>
      </c:pivotFmt>
      <c:pivotFmt>
        <c:idx val="16"/>
        <c:spPr>
          <a:gradFill rotWithShape="1">
            <a:gsLst>
              <a:gs pos="0">
                <a:schemeClr val="accent6">
                  <a:shade val="44000"/>
                  <a:satMod val="103000"/>
                  <a:lumMod val="102000"/>
                  <a:tint val="94000"/>
                </a:schemeClr>
              </a:gs>
              <a:gs pos="50000">
                <a:schemeClr val="accent6">
                  <a:shade val="44000"/>
                  <a:satMod val="110000"/>
                  <a:lumMod val="100000"/>
                  <a:shade val="100000"/>
                </a:schemeClr>
              </a:gs>
              <a:gs pos="100000">
                <a:schemeClr val="accent6">
                  <a:shade val="44000"/>
                  <a:lumMod val="99000"/>
                  <a:satMod val="120000"/>
                  <a:shade val="78000"/>
                </a:schemeClr>
              </a:gs>
            </a:gsLst>
            <a:lin ang="5400000" scaled="0"/>
          </a:gradFill>
          <a:ln>
            <a:noFill/>
          </a:ln>
          <a:effectLst/>
        </c:spPr>
      </c:pivotFmt>
      <c:pivotFmt>
        <c:idx val="17"/>
        <c:spPr>
          <a:gradFill rotWithShape="1">
            <a:gsLst>
              <a:gs pos="0">
                <a:schemeClr val="accent6">
                  <a:shade val="45000"/>
                  <a:satMod val="103000"/>
                  <a:lumMod val="102000"/>
                  <a:tint val="94000"/>
                </a:schemeClr>
              </a:gs>
              <a:gs pos="50000">
                <a:schemeClr val="accent6">
                  <a:shade val="45000"/>
                  <a:satMod val="110000"/>
                  <a:lumMod val="100000"/>
                  <a:shade val="100000"/>
                </a:schemeClr>
              </a:gs>
              <a:gs pos="100000">
                <a:schemeClr val="accent6">
                  <a:shade val="45000"/>
                  <a:lumMod val="99000"/>
                  <a:satMod val="120000"/>
                  <a:shade val="78000"/>
                </a:schemeClr>
              </a:gs>
            </a:gsLst>
            <a:lin ang="5400000" scaled="0"/>
          </a:gradFill>
          <a:ln>
            <a:noFill/>
          </a:ln>
          <a:effectLst/>
        </c:spPr>
      </c:pivotFmt>
      <c:pivotFmt>
        <c:idx val="18"/>
        <c:spPr>
          <a:gradFill rotWithShape="1">
            <a:gsLst>
              <a:gs pos="0">
                <a:schemeClr val="accent6">
                  <a:shade val="46000"/>
                  <a:satMod val="103000"/>
                  <a:lumMod val="102000"/>
                  <a:tint val="94000"/>
                </a:schemeClr>
              </a:gs>
              <a:gs pos="50000">
                <a:schemeClr val="accent6">
                  <a:shade val="46000"/>
                  <a:satMod val="110000"/>
                  <a:lumMod val="100000"/>
                  <a:shade val="100000"/>
                </a:schemeClr>
              </a:gs>
              <a:gs pos="100000">
                <a:schemeClr val="accent6">
                  <a:shade val="46000"/>
                  <a:lumMod val="99000"/>
                  <a:satMod val="120000"/>
                  <a:shade val="78000"/>
                </a:schemeClr>
              </a:gs>
            </a:gsLst>
            <a:lin ang="5400000" scaled="0"/>
          </a:gradFill>
          <a:ln>
            <a:noFill/>
          </a:ln>
          <a:effectLst/>
        </c:spPr>
      </c:pivotFmt>
      <c:pivotFmt>
        <c:idx val="19"/>
        <c:spPr>
          <a:gradFill rotWithShape="1">
            <a:gsLst>
              <a:gs pos="0">
                <a:schemeClr val="accent6">
                  <a:shade val="47000"/>
                  <a:satMod val="103000"/>
                  <a:lumMod val="102000"/>
                  <a:tint val="94000"/>
                </a:schemeClr>
              </a:gs>
              <a:gs pos="50000">
                <a:schemeClr val="accent6">
                  <a:shade val="47000"/>
                  <a:satMod val="110000"/>
                  <a:lumMod val="100000"/>
                  <a:shade val="100000"/>
                </a:schemeClr>
              </a:gs>
              <a:gs pos="100000">
                <a:schemeClr val="accent6">
                  <a:shade val="47000"/>
                  <a:lumMod val="99000"/>
                  <a:satMod val="120000"/>
                  <a:shade val="78000"/>
                </a:schemeClr>
              </a:gs>
            </a:gsLst>
            <a:lin ang="5400000" scaled="0"/>
          </a:gradFill>
          <a:ln>
            <a:noFill/>
          </a:ln>
          <a:effectLst/>
        </c:spPr>
      </c:pivotFmt>
      <c:pivotFmt>
        <c:idx val="20"/>
        <c:spPr>
          <a:gradFill rotWithShape="1">
            <a:gsLst>
              <a:gs pos="0">
                <a:schemeClr val="accent6">
                  <a:shade val="48000"/>
                  <a:satMod val="103000"/>
                  <a:lumMod val="102000"/>
                  <a:tint val="94000"/>
                </a:schemeClr>
              </a:gs>
              <a:gs pos="50000">
                <a:schemeClr val="accent6">
                  <a:shade val="48000"/>
                  <a:satMod val="110000"/>
                  <a:lumMod val="100000"/>
                  <a:shade val="100000"/>
                </a:schemeClr>
              </a:gs>
              <a:gs pos="100000">
                <a:schemeClr val="accent6">
                  <a:shade val="48000"/>
                  <a:lumMod val="99000"/>
                  <a:satMod val="120000"/>
                  <a:shade val="78000"/>
                </a:schemeClr>
              </a:gs>
            </a:gsLst>
            <a:lin ang="5400000" scaled="0"/>
          </a:gradFill>
          <a:ln>
            <a:noFill/>
          </a:ln>
          <a:effectLst/>
        </c:spPr>
      </c:pivotFmt>
      <c:pivotFmt>
        <c:idx val="21"/>
        <c:spPr>
          <a:gradFill rotWithShape="1">
            <a:gsLst>
              <a:gs pos="0">
                <a:schemeClr val="accent6">
                  <a:shade val="49000"/>
                  <a:satMod val="103000"/>
                  <a:lumMod val="102000"/>
                  <a:tint val="94000"/>
                </a:schemeClr>
              </a:gs>
              <a:gs pos="50000">
                <a:schemeClr val="accent6">
                  <a:shade val="49000"/>
                  <a:satMod val="110000"/>
                  <a:lumMod val="100000"/>
                  <a:shade val="100000"/>
                </a:schemeClr>
              </a:gs>
              <a:gs pos="100000">
                <a:schemeClr val="accent6">
                  <a:shade val="49000"/>
                  <a:lumMod val="99000"/>
                  <a:satMod val="120000"/>
                  <a:shade val="78000"/>
                </a:schemeClr>
              </a:gs>
            </a:gsLst>
            <a:lin ang="5400000" scaled="0"/>
          </a:gradFill>
          <a:ln>
            <a:noFill/>
          </a:ln>
          <a:effectLst/>
        </c:spPr>
      </c:pivotFmt>
      <c:pivotFmt>
        <c:idx val="22"/>
        <c:spPr>
          <a:gradFill rotWithShape="1">
            <a:gsLst>
              <a:gs pos="0">
                <a:schemeClr val="accent6">
                  <a:shade val="50000"/>
                  <a:satMod val="103000"/>
                  <a:lumMod val="102000"/>
                  <a:tint val="94000"/>
                </a:schemeClr>
              </a:gs>
              <a:gs pos="50000">
                <a:schemeClr val="accent6">
                  <a:shade val="50000"/>
                  <a:satMod val="110000"/>
                  <a:lumMod val="100000"/>
                  <a:shade val="100000"/>
                </a:schemeClr>
              </a:gs>
              <a:gs pos="100000">
                <a:schemeClr val="accent6">
                  <a:shade val="50000"/>
                  <a:lumMod val="99000"/>
                  <a:satMod val="120000"/>
                  <a:shade val="78000"/>
                </a:schemeClr>
              </a:gs>
            </a:gsLst>
            <a:lin ang="5400000" scaled="0"/>
          </a:gradFill>
          <a:ln>
            <a:noFill/>
          </a:ln>
          <a:effectLst/>
        </c:spPr>
      </c:pivotFmt>
      <c:pivotFmt>
        <c:idx val="23"/>
        <c:spPr>
          <a:gradFill rotWithShape="1">
            <a:gsLst>
              <a:gs pos="0">
                <a:schemeClr val="accent6">
                  <a:shade val="51000"/>
                  <a:satMod val="103000"/>
                  <a:lumMod val="102000"/>
                  <a:tint val="94000"/>
                </a:schemeClr>
              </a:gs>
              <a:gs pos="50000">
                <a:schemeClr val="accent6">
                  <a:shade val="51000"/>
                  <a:satMod val="110000"/>
                  <a:lumMod val="100000"/>
                  <a:shade val="100000"/>
                </a:schemeClr>
              </a:gs>
              <a:gs pos="100000">
                <a:schemeClr val="accent6">
                  <a:shade val="51000"/>
                  <a:lumMod val="99000"/>
                  <a:satMod val="120000"/>
                  <a:shade val="78000"/>
                </a:schemeClr>
              </a:gs>
            </a:gsLst>
            <a:lin ang="5400000" scaled="0"/>
          </a:gradFill>
          <a:ln>
            <a:noFill/>
          </a:ln>
          <a:effectLst/>
        </c:spPr>
      </c:pivotFmt>
      <c:pivotFmt>
        <c:idx val="24"/>
        <c:spPr>
          <a:gradFill rotWithShape="1">
            <a:gsLst>
              <a:gs pos="0">
                <a:schemeClr val="accent6">
                  <a:shade val="52000"/>
                  <a:satMod val="103000"/>
                  <a:lumMod val="102000"/>
                  <a:tint val="94000"/>
                </a:schemeClr>
              </a:gs>
              <a:gs pos="50000">
                <a:schemeClr val="accent6">
                  <a:shade val="52000"/>
                  <a:satMod val="110000"/>
                  <a:lumMod val="100000"/>
                  <a:shade val="100000"/>
                </a:schemeClr>
              </a:gs>
              <a:gs pos="100000">
                <a:schemeClr val="accent6">
                  <a:shade val="52000"/>
                  <a:lumMod val="99000"/>
                  <a:satMod val="120000"/>
                  <a:shade val="78000"/>
                </a:schemeClr>
              </a:gs>
            </a:gsLst>
            <a:lin ang="5400000" scaled="0"/>
          </a:gradFill>
          <a:ln>
            <a:noFill/>
          </a:ln>
          <a:effectLst/>
        </c:spPr>
      </c:pivotFmt>
      <c:pivotFmt>
        <c:idx val="25"/>
        <c:spPr>
          <a:gradFill rotWithShape="1">
            <a:gsLst>
              <a:gs pos="0">
                <a:schemeClr val="accent6">
                  <a:shade val="53000"/>
                  <a:satMod val="103000"/>
                  <a:lumMod val="102000"/>
                  <a:tint val="94000"/>
                </a:schemeClr>
              </a:gs>
              <a:gs pos="50000">
                <a:schemeClr val="accent6">
                  <a:shade val="53000"/>
                  <a:satMod val="110000"/>
                  <a:lumMod val="100000"/>
                  <a:shade val="100000"/>
                </a:schemeClr>
              </a:gs>
              <a:gs pos="100000">
                <a:schemeClr val="accent6">
                  <a:shade val="53000"/>
                  <a:lumMod val="99000"/>
                  <a:satMod val="120000"/>
                  <a:shade val="78000"/>
                </a:schemeClr>
              </a:gs>
            </a:gsLst>
            <a:lin ang="5400000" scaled="0"/>
          </a:gradFill>
          <a:ln>
            <a:noFill/>
          </a:ln>
          <a:effectLst/>
        </c:spPr>
      </c:pivotFmt>
      <c:pivotFmt>
        <c:idx val="26"/>
        <c:spPr>
          <a:gradFill rotWithShape="1">
            <a:gsLst>
              <a:gs pos="0">
                <a:schemeClr val="accent6">
                  <a:shade val="54000"/>
                  <a:satMod val="103000"/>
                  <a:lumMod val="102000"/>
                  <a:tint val="94000"/>
                </a:schemeClr>
              </a:gs>
              <a:gs pos="50000">
                <a:schemeClr val="accent6">
                  <a:shade val="54000"/>
                  <a:satMod val="110000"/>
                  <a:lumMod val="100000"/>
                  <a:shade val="100000"/>
                </a:schemeClr>
              </a:gs>
              <a:gs pos="100000">
                <a:schemeClr val="accent6">
                  <a:shade val="54000"/>
                  <a:lumMod val="99000"/>
                  <a:satMod val="120000"/>
                  <a:shade val="78000"/>
                </a:schemeClr>
              </a:gs>
            </a:gsLst>
            <a:lin ang="5400000" scaled="0"/>
          </a:gradFill>
          <a:ln>
            <a:noFill/>
          </a:ln>
          <a:effectLst/>
        </c:spPr>
      </c:pivotFmt>
      <c:pivotFmt>
        <c:idx val="27"/>
        <c:spPr>
          <a:gradFill rotWithShape="1">
            <a:gsLst>
              <a:gs pos="0">
                <a:schemeClr val="accent6">
                  <a:shade val="55000"/>
                  <a:satMod val="103000"/>
                  <a:lumMod val="102000"/>
                  <a:tint val="94000"/>
                </a:schemeClr>
              </a:gs>
              <a:gs pos="50000">
                <a:schemeClr val="accent6">
                  <a:shade val="55000"/>
                  <a:satMod val="110000"/>
                  <a:lumMod val="100000"/>
                  <a:shade val="100000"/>
                </a:schemeClr>
              </a:gs>
              <a:gs pos="100000">
                <a:schemeClr val="accent6">
                  <a:shade val="55000"/>
                  <a:lumMod val="99000"/>
                  <a:satMod val="120000"/>
                  <a:shade val="78000"/>
                </a:schemeClr>
              </a:gs>
            </a:gsLst>
            <a:lin ang="5400000" scaled="0"/>
          </a:gradFill>
          <a:ln>
            <a:noFill/>
          </a:ln>
          <a:effectLst/>
        </c:spPr>
      </c:pivotFmt>
      <c:pivotFmt>
        <c:idx val="28"/>
        <c:spPr>
          <a:gradFill rotWithShape="1">
            <a:gsLst>
              <a:gs pos="0">
                <a:schemeClr val="accent6">
                  <a:shade val="56000"/>
                  <a:satMod val="103000"/>
                  <a:lumMod val="102000"/>
                  <a:tint val="94000"/>
                </a:schemeClr>
              </a:gs>
              <a:gs pos="50000">
                <a:schemeClr val="accent6">
                  <a:shade val="56000"/>
                  <a:satMod val="110000"/>
                  <a:lumMod val="100000"/>
                  <a:shade val="100000"/>
                </a:schemeClr>
              </a:gs>
              <a:gs pos="100000">
                <a:schemeClr val="accent6">
                  <a:shade val="56000"/>
                  <a:lumMod val="99000"/>
                  <a:satMod val="120000"/>
                  <a:shade val="78000"/>
                </a:schemeClr>
              </a:gs>
            </a:gsLst>
            <a:lin ang="5400000" scaled="0"/>
          </a:gradFill>
          <a:ln>
            <a:noFill/>
          </a:ln>
          <a:effectLst/>
        </c:spPr>
      </c:pivotFmt>
      <c:pivotFmt>
        <c:idx val="29"/>
        <c:spPr>
          <a:gradFill rotWithShape="1">
            <a:gsLst>
              <a:gs pos="0">
                <a:schemeClr val="accent6">
                  <a:shade val="57000"/>
                  <a:satMod val="103000"/>
                  <a:lumMod val="102000"/>
                  <a:tint val="94000"/>
                </a:schemeClr>
              </a:gs>
              <a:gs pos="50000">
                <a:schemeClr val="accent6">
                  <a:shade val="57000"/>
                  <a:satMod val="110000"/>
                  <a:lumMod val="100000"/>
                  <a:shade val="100000"/>
                </a:schemeClr>
              </a:gs>
              <a:gs pos="100000">
                <a:schemeClr val="accent6">
                  <a:shade val="57000"/>
                  <a:lumMod val="99000"/>
                  <a:satMod val="120000"/>
                  <a:shade val="78000"/>
                </a:schemeClr>
              </a:gs>
            </a:gsLst>
            <a:lin ang="5400000" scaled="0"/>
          </a:gradFill>
          <a:ln>
            <a:noFill/>
          </a:ln>
          <a:effectLst/>
        </c:spPr>
      </c:pivotFmt>
      <c:pivotFmt>
        <c:idx val="30"/>
        <c:spPr>
          <a:gradFill rotWithShape="1">
            <a:gsLst>
              <a:gs pos="0">
                <a:schemeClr val="accent6">
                  <a:shade val="58000"/>
                  <a:satMod val="103000"/>
                  <a:lumMod val="102000"/>
                  <a:tint val="94000"/>
                </a:schemeClr>
              </a:gs>
              <a:gs pos="50000">
                <a:schemeClr val="accent6">
                  <a:shade val="58000"/>
                  <a:satMod val="110000"/>
                  <a:lumMod val="100000"/>
                  <a:shade val="100000"/>
                </a:schemeClr>
              </a:gs>
              <a:gs pos="100000">
                <a:schemeClr val="accent6">
                  <a:shade val="58000"/>
                  <a:lumMod val="99000"/>
                  <a:satMod val="120000"/>
                  <a:shade val="78000"/>
                </a:schemeClr>
              </a:gs>
            </a:gsLst>
            <a:lin ang="5400000" scaled="0"/>
          </a:gradFill>
          <a:ln>
            <a:noFill/>
          </a:ln>
          <a:effectLst/>
        </c:spPr>
      </c:pivotFmt>
      <c:pivotFmt>
        <c:idx val="31"/>
        <c:spPr>
          <a:gradFill rotWithShape="1">
            <a:gsLst>
              <a:gs pos="0">
                <a:schemeClr val="accent6">
                  <a:shade val="59000"/>
                  <a:satMod val="103000"/>
                  <a:lumMod val="102000"/>
                  <a:tint val="94000"/>
                </a:schemeClr>
              </a:gs>
              <a:gs pos="50000">
                <a:schemeClr val="accent6">
                  <a:shade val="59000"/>
                  <a:satMod val="110000"/>
                  <a:lumMod val="100000"/>
                  <a:shade val="100000"/>
                </a:schemeClr>
              </a:gs>
              <a:gs pos="100000">
                <a:schemeClr val="accent6">
                  <a:shade val="59000"/>
                  <a:lumMod val="99000"/>
                  <a:satMod val="120000"/>
                  <a:shade val="78000"/>
                </a:schemeClr>
              </a:gs>
            </a:gsLst>
            <a:lin ang="5400000" scaled="0"/>
          </a:gradFill>
          <a:ln>
            <a:noFill/>
          </a:ln>
          <a:effectLst/>
        </c:spPr>
      </c:pivotFmt>
      <c:pivotFmt>
        <c:idx val="32"/>
        <c:spPr>
          <a:gradFill rotWithShape="1">
            <a:gsLst>
              <a:gs pos="0">
                <a:schemeClr val="accent6">
                  <a:shade val="60000"/>
                  <a:satMod val="103000"/>
                  <a:lumMod val="102000"/>
                  <a:tint val="94000"/>
                </a:schemeClr>
              </a:gs>
              <a:gs pos="50000">
                <a:schemeClr val="accent6">
                  <a:shade val="60000"/>
                  <a:satMod val="110000"/>
                  <a:lumMod val="100000"/>
                  <a:shade val="100000"/>
                </a:schemeClr>
              </a:gs>
              <a:gs pos="100000">
                <a:schemeClr val="accent6">
                  <a:shade val="60000"/>
                  <a:lumMod val="99000"/>
                  <a:satMod val="120000"/>
                  <a:shade val="78000"/>
                </a:schemeClr>
              </a:gs>
            </a:gsLst>
            <a:lin ang="5400000" scaled="0"/>
          </a:gradFill>
          <a:ln>
            <a:noFill/>
          </a:ln>
          <a:effectLst/>
        </c:spPr>
      </c:pivotFmt>
      <c:pivotFmt>
        <c:idx val="33"/>
        <c:spPr>
          <a:gradFill rotWithShape="1">
            <a:gsLst>
              <a:gs pos="0">
                <a:schemeClr val="accent6">
                  <a:shade val="61000"/>
                  <a:satMod val="103000"/>
                  <a:lumMod val="102000"/>
                  <a:tint val="94000"/>
                </a:schemeClr>
              </a:gs>
              <a:gs pos="50000">
                <a:schemeClr val="accent6">
                  <a:shade val="61000"/>
                  <a:satMod val="110000"/>
                  <a:lumMod val="100000"/>
                  <a:shade val="100000"/>
                </a:schemeClr>
              </a:gs>
              <a:gs pos="100000">
                <a:schemeClr val="accent6">
                  <a:shade val="61000"/>
                  <a:lumMod val="99000"/>
                  <a:satMod val="120000"/>
                  <a:shade val="78000"/>
                </a:schemeClr>
              </a:gs>
            </a:gsLst>
            <a:lin ang="5400000" scaled="0"/>
          </a:gradFill>
          <a:ln>
            <a:noFill/>
          </a:ln>
          <a:effectLst/>
        </c:spPr>
      </c:pivotFmt>
      <c:pivotFmt>
        <c:idx val="34"/>
        <c:spPr>
          <a:gradFill rotWithShape="1">
            <a:gsLst>
              <a:gs pos="0">
                <a:schemeClr val="accent6">
                  <a:shade val="62000"/>
                  <a:satMod val="103000"/>
                  <a:lumMod val="102000"/>
                  <a:tint val="94000"/>
                </a:schemeClr>
              </a:gs>
              <a:gs pos="50000">
                <a:schemeClr val="accent6">
                  <a:shade val="62000"/>
                  <a:satMod val="110000"/>
                  <a:lumMod val="100000"/>
                  <a:shade val="100000"/>
                </a:schemeClr>
              </a:gs>
              <a:gs pos="100000">
                <a:schemeClr val="accent6">
                  <a:shade val="62000"/>
                  <a:lumMod val="99000"/>
                  <a:satMod val="120000"/>
                  <a:shade val="78000"/>
                </a:schemeClr>
              </a:gs>
            </a:gsLst>
            <a:lin ang="5400000" scaled="0"/>
          </a:gradFill>
          <a:ln>
            <a:noFill/>
          </a:ln>
          <a:effectLst/>
        </c:spPr>
      </c:pivotFmt>
      <c:pivotFmt>
        <c:idx val="35"/>
        <c:spPr>
          <a:gradFill rotWithShape="1">
            <a:gsLst>
              <a:gs pos="0">
                <a:schemeClr val="accent6">
                  <a:shade val="63000"/>
                  <a:satMod val="103000"/>
                  <a:lumMod val="102000"/>
                  <a:tint val="94000"/>
                </a:schemeClr>
              </a:gs>
              <a:gs pos="50000">
                <a:schemeClr val="accent6">
                  <a:shade val="63000"/>
                  <a:satMod val="110000"/>
                  <a:lumMod val="100000"/>
                  <a:shade val="100000"/>
                </a:schemeClr>
              </a:gs>
              <a:gs pos="100000">
                <a:schemeClr val="accent6">
                  <a:shade val="63000"/>
                  <a:lumMod val="99000"/>
                  <a:satMod val="120000"/>
                  <a:shade val="78000"/>
                </a:schemeClr>
              </a:gs>
            </a:gsLst>
            <a:lin ang="5400000" scaled="0"/>
          </a:gradFill>
          <a:ln>
            <a:noFill/>
          </a:ln>
          <a:effectLst/>
        </c:spPr>
      </c:pivotFmt>
      <c:pivotFmt>
        <c:idx val="36"/>
        <c:spPr>
          <a:gradFill rotWithShape="1">
            <a:gsLst>
              <a:gs pos="0">
                <a:schemeClr val="accent6">
                  <a:shade val="64000"/>
                  <a:satMod val="103000"/>
                  <a:lumMod val="102000"/>
                  <a:tint val="94000"/>
                </a:schemeClr>
              </a:gs>
              <a:gs pos="50000">
                <a:schemeClr val="accent6">
                  <a:shade val="64000"/>
                  <a:satMod val="110000"/>
                  <a:lumMod val="100000"/>
                  <a:shade val="100000"/>
                </a:schemeClr>
              </a:gs>
              <a:gs pos="100000">
                <a:schemeClr val="accent6">
                  <a:shade val="64000"/>
                  <a:lumMod val="99000"/>
                  <a:satMod val="120000"/>
                  <a:shade val="78000"/>
                </a:schemeClr>
              </a:gs>
            </a:gsLst>
            <a:lin ang="5400000" scaled="0"/>
          </a:gradFill>
          <a:ln>
            <a:noFill/>
          </a:ln>
          <a:effectLst/>
        </c:spPr>
      </c:pivotFmt>
      <c:pivotFmt>
        <c:idx val="37"/>
        <c:spPr>
          <a:gradFill rotWithShape="1">
            <a:gsLst>
              <a:gs pos="0">
                <a:schemeClr val="accent6">
                  <a:shade val="65000"/>
                  <a:satMod val="103000"/>
                  <a:lumMod val="102000"/>
                  <a:tint val="94000"/>
                </a:schemeClr>
              </a:gs>
              <a:gs pos="50000">
                <a:schemeClr val="accent6">
                  <a:shade val="65000"/>
                  <a:satMod val="110000"/>
                  <a:lumMod val="100000"/>
                  <a:shade val="100000"/>
                </a:schemeClr>
              </a:gs>
              <a:gs pos="100000">
                <a:schemeClr val="accent6">
                  <a:shade val="65000"/>
                  <a:lumMod val="99000"/>
                  <a:satMod val="120000"/>
                  <a:shade val="78000"/>
                </a:schemeClr>
              </a:gs>
            </a:gsLst>
            <a:lin ang="5400000" scaled="0"/>
          </a:gradFill>
          <a:ln>
            <a:noFill/>
          </a:ln>
          <a:effectLst/>
        </c:spPr>
      </c:pivotFmt>
      <c:pivotFmt>
        <c:idx val="38"/>
        <c:spPr>
          <a:gradFill rotWithShape="1">
            <a:gsLst>
              <a:gs pos="0">
                <a:schemeClr val="accent6">
                  <a:shade val="66000"/>
                  <a:satMod val="103000"/>
                  <a:lumMod val="102000"/>
                  <a:tint val="94000"/>
                </a:schemeClr>
              </a:gs>
              <a:gs pos="50000">
                <a:schemeClr val="accent6">
                  <a:shade val="66000"/>
                  <a:satMod val="110000"/>
                  <a:lumMod val="100000"/>
                  <a:shade val="100000"/>
                </a:schemeClr>
              </a:gs>
              <a:gs pos="100000">
                <a:schemeClr val="accent6">
                  <a:shade val="66000"/>
                  <a:lumMod val="99000"/>
                  <a:satMod val="120000"/>
                  <a:shade val="78000"/>
                </a:schemeClr>
              </a:gs>
            </a:gsLst>
            <a:lin ang="5400000" scaled="0"/>
          </a:gradFill>
          <a:ln>
            <a:noFill/>
          </a:ln>
          <a:effectLst/>
        </c:spPr>
      </c:pivotFmt>
      <c:pivotFmt>
        <c:idx val="39"/>
        <c:spPr>
          <a:gradFill rotWithShape="1">
            <a:gsLst>
              <a:gs pos="0">
                <a:schemeClr val="accent6">
                  <a:shade val="67000"/>
                  <a:satMod val="103000"/>
                  <a:lumMod val="102000"/>
                  <a:tint val="94000"/>
                </a:schemeClr>
              </a:gs>
              <a:gs pos="50000">
                <a:schemeClr val="accent6">
                  <a:shade val="67000"/>
                  <a:satMod val="110000"/>
                  <a:lumMod val="100000"/>
                  <a:shade val="100000"/>
                </a:schemeClr>
              </a:gs>
              <a:gs pos="100000">
                <a:schemeClr val="accent6">
                  <a:shade val="67000"/>
                  <a:lumMod val="99000"/>
                  <a:satMod val="120000"/>
                  <a:shade val="78000"/>
                </a:schemeClr>
              </a:gs>
            </a:gsLst>
            <a:lin ang="5400000" scaled="0"/>
          </a:gradFill>
          <a:ln>
            <a:noFill/>
          </a:ln>
          <a:effectLst/>
        </c:spPr>
      </c:pivotFmt>
      <c:pivotFmt>
        <c:idx val="40"/>
        <c:spPr>
          <a:gradFill rotWithShape="1">
            <a:gsLst>
              <a:gs pos="0">
                <a:schemeClr val="accent6">
                  <a:shade val="68000"/>
                  <a:satMod val="103000"/>
                  <a:lumMod val="102000"/>
                  <a:tint val="94000"/>
                </a:schemeClr>
              </a:gs>
              <a:gs pos="50000">
                <a:schemeClr val="accent6">
                  <a:shade val="68000"/>
                  <a:satMod val="110000"/>
                  <a:lumMod val="100000"/>
                  <a:shade val="100000"/>
                </a:schemeClr>
              </a:gs>
              <a:gs pos="100000">
                <a:schemeClr val="accent6">
                  <a:shade val="68000"/>
                  <a:lumMod val="99000"/>
                  <a:satMod val="120000"/>
                  <a:shade val="78000"/>
                </a:schemeClr>
              </a:gs>
            </a:gsLst>
            <a:lin ang="5400000" scaled="0"/>
          </a:gradFill>
          <a:ln>
            <a:noFill/>
          </a:ln>
          <a:effectLst/>
        </c:spPr>
      </c:pivotFmt>
      <c:pivotFmt>
        <c:idx val="41"/>
        <c:spPr>
          <a:gradFill rotWithShape="1">
            <a:gsLst>
              <a:gs pos="0">
                <a:schemeClr val="accent6">
                  <a:shade val="69000"/>
                  <a:satMod val="103000"/>
                  <a:lumMod val="102000"/>
                  <a:tint val="94000"/>
                </a:schemeClr>
              </a:gs>
              <a:gs pos="50000">
                <a:schemeClr val="accent6">
                  <a:shade val="69000"/>
                  <a:satMod val="110000"/>
                  <a:lumMod val="100000"/>
                  <a:shade val="100000"/>
                </a:schemeClr>
              </a:gs>
              <a:gs pos="100000">
                <a:schemeClr val="accent6">
                  <a:shade val="69000"/>
                  <a:lumMod val="99000"/>
                  <a:satMod val="120000"/>
                  <a:shade val="78000"/>
                </a:schemeClr>
              </a:gs>
            </a:gsLst>
            <a:lin ang="5400000" scaled="0"/>
          </a:gradFill>
          <a:ln>
            <a:noFill/>
          </a:ln>
          <a:effectLst/>
        </c:spPr>
      </c:pivotFmt>
      <c:pivotFmt>
        <c:idx val="42"/>
        <c:spPr>
          <a:gradFill rotWithShape="1">
            <a:gsLst>
              <a:gs pos="0">
                <a:schemeClr val="accent6">
                  <a:shade val="70000"/>
                  <a:satMod val="103000"/>
                  <a:lumMod val="102000"/>
                  <a:tint val="94000"/>
                </a:schemeClr>
              </a:gs>
              <a:gs pos="50000">
                <a:schemeClr val="accent6">
                  <a:shade val="70000"/>
                  <a:satMod val="110000"/>
                  <a:lumMod val="100000"/>
                  <a:shade val="100000"/>
                </a:schemeClr>
              </a:gs>
              <a:gs pos="100000">
                <a:schemeClr val="accent6">
                  <a:shade val="70000"/>
                  <a:lumMod val="99000"/>
                  <a:satMod val="120000"/>
                  <a:shade val="78000"/>
                </a:schemeClr>
              </a:gs>
            </a:gsLst>
            <a:lin ang="5400000" scaled="0"/>
          </a:gradFill>
          <a:ln>
            <a:noFill/>
          </a:ln>
          <a:effectLst/>
        </c:spPr>
      </c:pivotFmt>
      <c:pivotFmt>
        <c:idx val="43"/>
        <c:spPr>
          <a:gradFill rotWithShape="1">
            <a:gsLst>
              <a:gs pos="0">
                <a:schemeClr val="accent6">
                  <a:shade val="71000"/>
                  <a:satMod val="103000"/>
                  <a:lumMod val="102000"/>
                  <a:tint val="94000"/>
                </a:schemeClr>
              </a:gs>
              <a:gs pos="50000">
                <a:schemeClr val="accent6">
                  <a:shade val="71000"/>
                  <a:satMod val="110000"/>
                  <a:lumMod val="100000"/>
                  <a:shade val="100000"/>
                </a:schemeClr>
              </a:gs>
              <a:gs pos="100000">
                <a:schemeClr val="accent6">
                  <a:shade val="71000"/>
                  <a:lumMod val="99000"/>
                  <a:satMod val="120000"/>
                  <a:shade val="78000"/>
                </a:schemeClr>
              </a:gs>
            </a:gsLst>
            <a:lin ang="5400000" scaled="0"/>
          </a:gradFill>
          <a:ln>
            <a:noFill/>
          </a:ln>
          <a:effectLst/>
        </c:spPr>
      </c:pivotFmt>
      <c:pivotFmt>
        <c:idx val="44"/>
        <c:spPr>
          <a:gradFill rotWithShape="1">
            <a:gsLst>
              <a:gs pos="0">
                <a:schemeClr val="accent6">
                  <a:shade val="72000"/>
                  <a:satMod val="103000"/>
                  <a:lumMod val="102000"/>
                  <a:tint val="94000"/>
                </a:schemeClr>
              </a:gs>
              <a:gs pos="50000">
                <a:schemeClr val="accent6">
                  <a:shade val="72000"/>
                  <a:satMod val="110000"/>
                  <a:lumMod val="100000"/>
                  <a:shade val="100000"/>
                </a:schemeClr>
              </a:gs>
              <a:gs pos="100000">
                <a:schemeClr val="accent6">
                  <a:shade val="72000"/>
                  <a:lumMod val="99000"/>
                  <a:satMod val="120000"/>
                  <a:shade val="78000"/>
                </a:schemeClr>
              </a:gs>
            </a:gsLst>
            <a:lin ang="5400000" scaled="0"/>
          </a:gradFill>
          <a:ln>
            <a:noFill/>
          </a:ln>
          <a:effectLst/>
        </c:spPr>
      </c:pivotFmt>
      <c:pivotFmt>
        <c:idx val="45"/>
        <c:spPr>
          <a:gradFill rotWithShape="1">
            <a:gsLst>
              <a:gs pos="0">
                <a:schemeClr val="accent6">
                  <a:shade val="73000"/>
                  <a:satMod val="103000"/>
                  <a:lumMod val="102000"/>
                  <a:tint val="94000"/>
                </a:schemeClr>
              </a:gs>
              <a:gs pos="50000">
                <a:schemeClr val="accent6">
                  <a:shade val="73000"/>
                  <a:satMod val="110000"/>
                  <a:lumMod val="100000"/>
                  <a:shade val="100000"/>
                </a:schemeClr>
              </a:gs>
              <a:gs pos="100000">
                <a:schemeClr val="accent6">
                  <a:shade val="73000"/>
                  <a:lumMod val="99000"/>
                  <a:satMod val="120000"/>
                  <a:shade val="78000"/>
                </a:schemeClr>
              </a:gs>
            </a:gsLst>
            <a:lin ang="5400000" scaled="0"/>
          </a:gradFill>
          <a:ln>
            <a:noFill/>
          </a:ln>
          <a:effectLst/>
        </c:spPr>
      </c:pivotFmt>
      <c:pivotFmt>
        <c:idx val="46"/>
        <c:spPr>
          <a:gradFill rotWithShape="1">
            <a:gsLst>
              <a:gs pos="0">
                <a:schemeClr val="accent6">
                  <a:shade val="74000"/>
                  <a:satMod val="103000"/>
                  <a:lumMod val="102000"/>
                  <a:tint val="94000"/>
                </a:schemeClr>
              </a:gs>
              <a:gs pos="50000">
                <a:schemeClr val="accent6">
                  <a:shade val="74000"/>
                  <a:satMod val="110000"/>
                  <a:lumMod val="100000"/>
                  <a:shade val="100000"/>
                </a:schemeClr>
              </a:gs>
              <a:gs pos="100000">
                <a:schemeClr val="accent6">
                  <a:shade val="74000"/>
                  <a:lumMod val="99000"/>
                  <a:satMod val="120000"/>
                  <a:shade val="78000"/>
                </a:schemeClr>
              </a:gs>
            </a:gsLst>
            <a:lin ang="5400000" scaled="0"/>
          </a:gradFill>
          <a:ln>
            <a:noFill/>
          </a:ln>
          <a:effectLst/>
        </c:spPr>
      </c:pivotFmt>
      <c:pivotFmt>
        <c:idx val="47"/>
        <c:spPr>
          <a:gradFill rotWithShape="1">
            <a:gsLst>
              <a:gs pos="0">
                <a:schemeClr val="accent6">
                  <a:shade val="75000"/>
                  <a:satMod val="103000"/>
                  <a:lumMod val="102000"/>
                  <a:tint val="94000"/>
                </a:schemeClr>
              </a:gs>
              <a:gs pos="50000">
                <a:schemeClr val="accent6">
                  <a:shade val="75000"/>
                  <a:satMod val="110000"/>
                  <a:lumMod val="100000"/>
                  <a:shade val="100000"/>
                </a:schemeClr>
              </a:gs>
              <a:gs pos="100000">
                <a:schemeClr val="accent6">
                  <a:shade val="75000"/>
                  <a:lumMod val="99000"/>
                  <a:satMod val="120000"/>
                  <a:shade val="78000"/>
                </a:schemeClr>
              </a:gs>
            </a:gsLst>
            <a:lin ang="5400000" scaled="0"/>
          </a:gradFill>
          <a:ln>
            <a:noFill/>
          </a:ln>
          <a:effectLst/>
        </c:spPr>
      </c:pivotFmt>
      <c:pivotFmt>
        <c:idx val="48"/>
        <c:spPr>
          <a:gradFill rotWithShape="1">
            <a:gsLst>
              <a:gs pos="0">
                <a:schemeClr val="accent6">
                  <a:shade val="76000"/>
                  <a:satMod val="103000"/>
                  <a:lumMod val="102000"/>
                  <a:tint val="94000"/>
                </a:schemeClr>
              </a:gs>
              <a:gs pos="50000">
                <a:schemeClr val="accent6">
                  <a:shade val="76000"/>
                  <a:satMod val="110000"/>
                  <a:lumMod val="100000"/>
                  <a:shade val="100000"/>
                </a:schemeClr>
              </a:gs>
              <a:gs pos="100000">
                <a:schemeClr val="accent6">
                  <a:shade val="76000"/>
                  <a:lumMod val="99000"/>
                  <a:satMod val="120000"/>
                  <a:shade val="78000"/>
                </a:schemeClr>
              </a:gs>
            </a:gsLst>
            <a:lin ang="5400000" scaled="0"/>
          </a:gradFill>
          <a:ln>
            <a:noFill/>
          </a:ln>
          <a:effectLst/>
        </c:spPr>
      </c:pivotFmt>
      <c:pivotFmt>
        <c:idx val="49"/>
        <c:spPr>
          <a:gradFill rotWithShape="1">
            <a:gsLst>
              <a:gs pos="0">
                <a:schemeClr val="accent6">
                  <a:shade val="77000"/>
                  <a:satMod val="103000"/>
                  <a:lumMod val="102000"/>
                  <a:tint val="94000"/>
                </a:schemeClr>
              </a:gs>
              <a:gs pos="50000">
                <a:schemeClr val="accent6">
                  <a:shade val="77000"/>
                  <a:satMod val="110000"/>
                  <a:lumMod val="100000"/>
                  <a:shade val="100000"/>
                </a:schemeClr>
              </a:gs>
              <a:gs pos="100000">
                <a:schemeClr val="accent6">
                  <a:shade val="77000"/>
                  <a:lumMod val="99000"/>
                  <a:satMod val="120000"/>
                  <a:shade val="78000"/>
                </a:schemeClr>
              </a:gs>
            </a:gsLst>
            <a:lin ang="5400000" scaled="0"/>
          </a:gradFill>
          <a:ln>
            <a:noFill/>
          </a:ln>
          <a:effectLst/>
        </c:spPr>
      </c:pivotFmt>
      <c:pivotFmt>
        <c:idx val="50"/>
        <c:spPr>
          <a:gradFill rotWithShape="1">
            <a:gsLst>
              <a:gs pos="0">
                <a:schemeClr val="accent6">
                  <a:shade val="78000"/>
                  <a:satMod val="103000"/>
                  <a:lumMod val="102000"/>
                  <a:tint val="94000"/>
                </a:schemeClr>
              </a:gs>
              <a:gs pos="50000">
                <a:schemeClr val="accent6">
                  <a:shade val="78000"/>
                  <a:satMod val="110000"/>
                  <a:lumMod val="100000"/>
                  <a:shade val="100000"/>
                </a:schemeClr>
              </a:gs>
              <a:gs pos="100000">
                <a:schemeClr val="accent6">
                  <a:shade val="78000"/>
                  <a:lumMod val="99000"/>
                  <a:satMod val="120000"/>
                  <a:shade val="78000"/>
                </a:schemeClr>
              </a:gs>
            </a:gsLst>
            <a:lin ang="5400000" scaled="0"/>
          </a:gradFill>
          <a:ln>
            <a:noFill/>
          </a:ln>
          <a:effectLst/>
        </c:spPr>
      </c:pivotFmt>
      <c:pivotFmt>
        <c:idx val="51"/>
        <c:spPr>
          <a:gradFill rotWithShape="1">
            <a:gsLst>
              <a:gs pos="0">
                <a:schemeClr val="accent6">
                  <a:shade val="79000"/>
                  <a:satMod val="103000"/>
                  <a:lumMod val="102000"/>
                  <a:tint val="94000"/>
                </a:schemeClr>
              </a:gs>
              <a:gs pos="50000">
                <a:schemeClr val="accent6">
                  <a:shade val="79000"/>
                  <a:satMod val="110000"/>
                  <a:lumMod val="100000"/>
                  <a:shade val="100000"/>
                </a:schemeClr>
              </a:gs>
              <a:gs pos="100000">
                <a:schemeClr val="accent6">
                  <a:shade val="79000"/>
                  <a:lumMod val="99000"/>
                  <a:satMod val="120000"/>
                  <a:shade val="78000"/>
                </a:schemeClr>
              </a:gs>
            </a:gsLst>
            <a:lin ang="5400000" scaled="0"/>
          </a:gradFill>
          <a:ln>
            <a:noFill/>
          </a:ln>
          <a:effectLst/>
        </c:spPr>
      </c:pivotFmt>
      <c:pivotFmt>
        <c:idx val="52"/>
        <c:spPr>
          <a:gradFill rotWithShape="1">
            <a:gsLst>
              <a:gs pos="0">
                <a:schemeClr val="accent6">
                  <a:shade val="80000"/>
                  <a:satMod val="103000"/>
                  <a:lumMod val="102000"/>
                  <a:tint val="94000"/>
                </a:schemeClr>
              </a:gs>
              <a:gs pos="50000">
                <a:schemeClr val="accent6">
                  <a:shade val="80000"/>
                  <a:satMod val="110000"/>
                  <a:lumMod val="100000"/>
                  <a:shade val="100000"/>
                </a:schemeClr>
              </a:gs>
              <a:gs pos="100000">
                <a:schemeClr val="accent6">
                  <a:shade val="80000"/>
                  <a:lumMod val="99000"/>
                  <a:satMod val="120000"/>
                  <a:shade val="78000"/>
                </a:schemeClr>
              </a:gs>
            </a:gsLst>
            <a:lin ang="5400000" scaled="0"/>
          </a:gradFill>
          <a:ln>
            <a:noFill/>
          </a:ln>
          <a:effectLst/>
        </c:spPr>
      </c:pivotFmt>
      <c:pivotFmt>
        <c:idx val="53"/>
        <c:spPr>
          <a:gradFill rotWithShape="1">
            <a:gsLst>
              <a:gs pos="0">
                <a:schemeClr val="accent6">
                  <a:shade val="81000"/>
                  <a:satMod val="103000"/>
                  <a:lumMod val="102000"/>
                  <a:tint val="94000"/>
                </a:schemeClr>
              </a:gs>
              <a:gs pos="50000">
                <a:schemeClr val="accent6">
                  <a:shade val="81000"/>
                  <a:satMod val="110000"/>
                  <a:lumMod val="100000"/>
                  <a:shade val="100000"/>
                </a:schemeClr>
              </a:gs>
              <a:gs pos="100000">
                <a:schemeClr val="accent6">
                  <a:shade val="81000"/>
                  <a:lumMod val="99000"/>
                  <a:satMod val="120000"/>
                  <a:shade val="78000"/>
                </a:schemeClr>
              </a:gs>
            </a:gsLst>
            <a:lin ang="5400000" scaled="0"/>
          </a:gradFill>
          <a:ln>
            <a:noFill/>
          </a:ln>
          <a:effectLst/>
        </c:spPr>
      </c:pivotFmt>
      <c:pivotFmt>
        <c:idx val="54"/>
        <c:spPr>
          <a:gradFill rotWithShape="1">
            <a:gsLst>
              <a:gs pos="0">
                <a:schemeClr val="accent6">
                  <a:shade val="82000"/>
                  <a:satMod val="103000"/>
                  <a:lumMod val="102000"/>
                  <a:tint val="94000"/>
                </a:schemeClr>
              </a:gs>
              <a:gs pos="50000">
                <a:schemeClr val="accent6">
                  <a:shade val="82000"/>
                  <a:satMod val="110000"/>
                  <a:lumMod val="100000"/>
                  <a:shade val="100000"/>
                </a:schemeClr>
              </a:gs>
              <a:gs pos="100000">
                <a:schemeClr val="accent6">
                  <a:shade val="82000"/>
                  <a:lumMod val="99000"/>
                  <a:satMod val="120000"/>
                  <a:shade val="78000"/>
                </a:schemeClr>
              </a:gs>
            </a:gsLst>
            <a:lin ang="5400000" scaled="0"/>
          </a:gradFill>
          <a:ln>
            <a:noFill/>
          </a:ln>
          <a:effectLst/>
        </c:spPr>
      </c:pivotFmt>
      <c:pivotFmt>
        <c:idx val="55"/>
        <c:spPr>
          <a:gradFill rotWithShape="1">
            <a:gsLst>
              <a:gs pos="0">
                <a:schemeClr val="accent6">
                  <a:shade val="83000"/>
                  <a:satMod val="103000"/>
                  <a:lumMod val="102000"/>
                  <a:tint val="94000"/>
                </a:schemeClr>
              </a:gs>
              <a:gs pos="50000">
                <a:schemeClr val="accent6">
                  <a:shade val="83000"/>
                  <a:satMod val="110000"/>
                  <a:lumMod val="100000"/>
                  <a:shade val="100000"/>
                </a:schemeClr>
              </a:gs>
              <a:gs pos="100000">
                <a:schemeClr val="accent6">
                  <a:shade val="83000"/>
                  <a:lumMod val="99000"/>
                  <a:satMod val="120000"/>
                  <a:shade val="78000"/>
                </a:schemeClr>
              </a:gs>
            </a:gsLst>
            <a:lin ang="5400000" scaled="0"/>
          </a:gradFill>
          <a:ln>
            <a:noFill/>
          </a:ln>
          <a:effectLst/>
        </c:spPr>
      </c:pivotFmt>
      <c:pivotFmt>
        <c:idx val="56"/>
        <c:spPr>
          <a:gradFill rotWithShape="1">
            <a:gsLst>
              <a:gs pos="0">
                <a:schemeClr val="accent6">
                  <a:shade val="84000"/>
                  <a:satMod val="103000"/>
                  <a:lumMod val="102000"/>
                  <a:tint val="94000"/>
                </a:schemeClr>
              </a:gs>
              <a:gs pos="50000">
                <a:schemeClr val="accent6">
                  <a:shade val="84000"/>
                  <a:satMod val="110000"/>
                  <a:lumMod val="100000"/>
                  <a:shade val="100000"/>
                </a:schemeClr>
              </a:gs>
              <a:gs pos="100000">
                <a:schemeClr val="accent6">
                  <a:shade val="84000"/>
                  <a:lumMod val="99000"/>
                  <a:satMod val="120000"/>
                  <a:shade val="78000"/>
                </a:schemeClr>
              </a:gs>
            </a:gsLst>
            <a:lin ang="5400000" scaled="0"/>
          </a:gradFill>
          <a:ln>
            <a:noFill/>
          </a:ln>
          <a:effectLst/>
        </c:spPr>
      </c:pivotFmt>
      <c:pivotFmt>
        <c:idx val="57"/>
        <c:spPr>
          <a:gradFill rotWithShape="1">
            <a:gsLst>
              <a:gs pos="0">
                <a:schemeClr val="accent6">
                  <a:shade val="85000"/>
                  <a:satMod val="103000"/>
                  <a:lumMod val="102000"/>
                  <a:tint val="94000"/>
                </a:schemeClr>
              </a:gs>
              <a:gs pos="50000">
                <a:schemeClr val="accent6">
                  <a:shade val="85000"/>
                  <a:satMod val="110000"/>
                  <a:lumMod val="100000"/>
                  <a:shade val="100000"/>
                </a:schemeClr>
              </a:gs>
              <a:gs pos="100000">
                <a:schemeClr val="accent6">
                  <a:shade val="85000"/>
                  <a:lumMod val="99000"/>
                  <a:satMod val="120000"/>
                  <a:shade val="78000"/>
                </a:schemeClr>
              </a:gs>
            </a:gsLst>
            <a:lin ang="5400000" scaled="0"/>
          </a:gradFill>
          <a:ln>
            <a:noFill/>
          </a:ln>
          <a:effectLst/>
        </c:spPr>
      </c:pivotFmt>
      <c:pivotFmt>
        <c:idx val="58"/>
        <c:spPr>
          <a:gradFill rotWithShape="1">
            <a:gsLst>
              <a:gs pos="0">
                <a:schemeClr val="accent6">
                  <a:shade val="86000"/>
                  <a:satMod val="103000"/>
                  <a:lumMod val="102000"/>
                  <a:tint val="94000"/>
                </a:schemeClr>
              </a:gs>
              <a:gs pos="50000">
                <a:schemeClr val="accent6">
                  <a:shade val="86000"/>
                  <a:satMod val="110000"/>
                  <a:lumMod val="100000"/>
                  <a:shade val="100000"/>
                </a:schemeClr>
              </a:gs>
              <a:gs pos="100000">
                <a:schemeClr val="accent6">
                  <a:shade val="86000"/>
                  <a:lumMod val="99000"/>
                  <a:satMod val="120000"/>
                  <a:shade val="78000"/>
                </a:schemeClr>
              </a:gs>
            </a:gsLst>
            <a:lin ang="5400000" scaled="0"/>
          </a:gradFill>
          <a:ln>
            <a:noFill/>
          </a:ln>
          <a:effectLst/>
        </c:spPr>
      </c:pivotFmt>
      <c:pivotFmt>
        <c:idx val="59"/>
        <c:spPr>
          <a:gradFill rotWithShape="1">
            <a:gsLst>
              <a:gs pos="0">
                <a:schemeClr val="accent6">
                  <a:shade val="87000"/>
                  <a:satMod val="103000"/>
                  <a:lumMod val="102000"/>
                  <a:tint val="94000"/>
                </a:schemeClr>
              </a:gs>
              <a:gs pos="50000">
                <a:schemeClr val="accent6">
                  <a:shade val="87000"/>
                  <a:satMod val="110000"/>
                  <a:lumMod val="100000"/>
                  <a:shade val="100000"/>
                </a:schemeClr>
              </a:gs>
              <a:gs pos="100000">
                <a:schemeClr val="accent6">
                  <a:shade val="87000"/>
                  <a:lumMod val="99000"/>
                  <a:satMod val="120000"/>
                  <a:shade val="78000"/>
                </a:schemeClr>
              </a:gs>
            </a:gsLst>
            <a:lin ang="5400000" scaled="0"/>
          </a:gradFill>
          <a:ln>
            <a:noFill/>
          </a:ln>
          <a:effectLst/>
        </c:spPr>
      </c:pivotFmt>
      <c:pivotFmt>
        <c:idx val="60"/>
        <c:spPr>
          <a:gradFill rotWithShape="1">
            <a:gsLst>
              <a:gs pos="0">
                <a:schemeClr val="accent6">
                  <a:shade val="88000"/>
                  <a:satMod val="103000"/>
                  <a:lumMod val="102000"/>
                  <a:tint val="94000"/>
                </a:schemeClr>
              </a:gs>
              <a:gs pos="50000">
                <a:schemeClr val="accent6">
                  <a:shade val="88000"/>
                  <a:satMod val="110000"/>
                  <a:lumMod val="100000"/>
                  <a:shade val="100000"/>
                </a:schemeClr>
              </a:gs>
              <a:gs pos="100000">
                <a:schemeClr val="accent6">
                  <a:shade val="88000"/>
                  <a:lumMod val="99000"/>
                  <a:satMod val="120000"/>
                  <a:shade val="78000"/>
                </a:schemeClr>
              </a:gs>
            </a:gsLst>
            <a:lin ang="5400000" scaled="0"/>
          </a:gradFill>
          <a:ln>
            <a:noFill/>
          </a:ln>
          <a:effectLst/>
        </c:spPr>
      </c:pivotFmt>
      <c:pivotFmt>
        <c:idx val="61"/>
        <c:spPr>
          <a:gradFill rotWithShape="1">
            <a:gsLst>
              <a:gs pos="0">
                <a:schemeClr val="accent6">
                  <a:shade val="89000"/>
                  <a:satMod val="103000"/>
                  <a:lumMod val="102000"/>
                  <a:tint val="94000"/>
                </a:schemeClr>
              </a:gs>
              <a:gs pos="50000">
                <a:schemeClr val="accent6">
                  <a:shade val="89000"/>
                  <a:satMod val="110000"/>
                  <a:lumMod val="100000"/>
                  <a:shade val="100000"/>
                </a:schemeClr>
              </a:gs>
              <a:gs pos="100000">
                <a:schemeClr val="accent6">
                  <a:shade val="89000"/>
                  <a:lumMod val="99000"/>
                  <a:satMod val="120000"/>
                  <a:shade val="78000"/>
                </a:schemeClr>
              </a:gs>
            </a:gsLst>
            <a:lin ang="5400000" scaled="0"/>
          </a:gradFill>
          <a:ln>
            <a:noFill/>
          </a:ln>
          <a:effectLst/>
        </c:spPr>
      </c:pivotFmt>
      <c:pivotFmt>
        <c:idx val="62"/>
        <c:spPr>
          <a:gradFill rotWithShape="1">
            <a:gsLst>
              <a:gs pos="0">
                <a:schemeClr val="accent6">
                  <a:shade val="90000"/>
                  <a:satMod val="103000"/>
                  <a:lumMod val="102000"/>
                  <a:tint val="94000"/>
                </a:schemeClr>
              </a:gs>
              <a:gs pos="50000">
                <a:schemeClr val="accent6">
                  <a:shade val="90000"/>
                  <a:satMod val="110000"/>
                  <a:lumMod val="100000"/>
                  <a:shade val="100000"/>
                </a:schemeClr>
              </a:gs>
              <a:gs pos="100000">
                <a:schemeClr val="accent6">
                  <a:shade val="90000"/>
                  <a:lumMod val="99000"/>
                  <a:satMod val="120000"/>
                  <a:shade val="78000"/>
                </a:schemeClr>
              </a:gs>
            </a:gsLst>
            <a:lin ang="5400000" scaled="0"/>
          </a:gradFill>
          <a:ln>
            <a:noFill/>
          </a:ln>
          <a:effectLst/>
        </c:spPr>
      </c:pivotFmt>
      <c:pivotFmt>
        <c:idx val="63"/>
        <c:spPr>
          <a:gradFill rotWithShape="1">
            <a:gsLst>
              <a:gs pos="0">
                <a:schemeClr val="accent6">
                  <a:shade val="91000"/>
                  <a:satMod val="103000"/>
                  <a:lumMod val="102000"/>
                  <a:tint val="94000"/>
                </a:schemeClr>
              </a:gs>
              <a:gs pos="50000">
                <a:schemeClr val="accent6">
                  <a:shade val="91000"/>
                  <a:satMod val="110000"/>
                  <a:lumMod val="100000"/>
                  <a:shade val="100000"/>
                </a:schemeClr>
              </a:gs>
              <a:gs pos="100000">
                <a:schemeClr val="accent6">
                  <a:shade val="91000"/>
                  <a:lumMod val="99000"/>
                  <a:satMod val="120000"/>
                  <a:shade val="78000"/>
                </a:schemeClr>
              </a:gs>
            </a:gsLst>
            <a:lin ang="5400000" scaled="0"/>
          </a:gradFill>
          <a:ln>
            <a:noFill/>
          </a:ln>
          <a:effectLst/>
        </c:spPr>
      </c:pivotFmt>
      <c:pivotFmt>
        <c:idx val="64"/>
        <c:spPr>
          <a:gradFill rotWithShape="1">
            <a:gsLst>
              <a:gs pos="0">
                <a:schemeClr val="accent6">
                  <a:shade val="92000"/>
                  <a:satMod val="103000"/>
                  <a:lumMod val="102000"/>
                  <a:tint val="94000"/>
                </a:schemeClr>
              </a:gs>
              <a:gs pos="50000">
                <a:schemeClr val="accent6">
                  <a:shade val="92000"/>
                  <a:satMod val="110000"/>
                  <a:lumMod val="100000"/>
                  <a:shade val="100000"/>
                </a:schemeClr>
              </a:gs>
              <a:gs pos="100000">
                <a:schemeClr val="accent6">
                  <a:shade val="92000"/>
                  <a:lumMod val="99000"/>
                  <a:satMod val="120000"/>
                  <a:shade val="78000"/>
                </a:schemeClr>
              </a:gs>
            </a:gsLst>
            <a:lin ang="5400000" scaled="0"/>
          </a:gradFill>
          <a:ln>
            <a:noFill/>
          </a:ln>
          <a:effectLst/>
        </c:spPr>
      </c:pivotFmt>
      <c:pivotFmt>
        <c:idx val="65"/>
        <c:spPr>
          <a:gradFill rotWithShape="1">
            <a:gsLst>
              <a:gs pos="0">
                <a:schemeClr val="accent6">
                  <a:shade val="93000"/>
                  <a:satMod val="103000"/>
                  <a:lumMod val="102000"/>
                  <a:tint val="94000"/>
                </a:schemeClr>
              </a:gs>
              <a:gs pos="50000">
                <a:schemeClr val="accent6">
                  <a:shade val="93000"/>
                  <a:satMod val="110000"/>
                  <a:lumMod val="100000"/>
                  <a:shade val="100000"/>
                </a:schemeClr>
              </a:gs>
              <a:gs pos="100000">
                <a:schemeClr val="accent6">
                  <a:shade val="93000"/>
                  <a:lumMod val="99000"/>
                  <a:satMod val="120000"/>
                  <a:shade val="78000"/>
                </a:schemeClr>
              </a:gs>
            </a:gsLst>
            <a:lin ang="5400000" scaled="0"/>
          </a:gradFill>
          <a:ln>
            <a:noFill/>
          </a:ln>
          <a:effectLst/>
        </c:spPr>
      </c:pivotFmt>
      <c:pivotFmt>
        <c:idx val="66"/>
        <c:spPr>
          <a:gradFill rotWithShape="1">
            <a:gsLst>
              <a:gs pos="0">
                <a:schemeClr val="accent6">
                  <a:shade val="94000"/>
                  <a:satMod val="103000"/>
                  <a:lumMod val="102000"/>
                  <a:tint val="94000"/>
                </a:schemeClr>
              </a:gs>
              <a:gs pos="50000">
                <a:schemeClr val="accent6">
                  <a:shade val="94000"/>
                  <a:satMod val="110000"/>
                  <a:lumMod val="100000"/>
                  <a:shade val="100000"/>
                </a:schemeClr>
              </a:gs>
              <a:gs pos="100000">
                <a:schemeClr val="accent6">
                  <a:shade val="94000"/>
                  <a:lumMod val="99000"/>
                  <a:satMod val="120000"/>
                  <a:shade val="78000"/>
                </a:schemeClr>
              </a:gs>
            </a:gsLst>
            <a:lin ang="5400000" scaled="0"/>
          </a:gradFill>
          <a:ln>
            <a:noFill/>
          </a:ln>
          <a:effectLst/>
        </c:spPr>
      </c:pivotFmt>
      <c:pivotFmt>
        <c:idx val="67"/>
        <c:spPr>
          <a:gradFill rotWithShape="1">
            <a:gsLst>
              <a:gs pos="0">
                <a:schemeClr val="accent6">
                  <a:shade val="95000"/>
                  <a:satMod val="103000"/>
                  <a:lumMod val="102000"/>
                  <a:tint val="94000"/>
                </a:schemeClr>
              </a:gs>
              <a:gs pos="50000">
                <a:schemeClr val="accent6">
                  <a:shade val="95000"/>
                  <a:satMod val="110000"/>
                  <a:lumMod val="100000"/>
                  <a:shade val="100000"/>
                </a:schemeClr>
              </a:gs>
              <a:gs pos="100000">
                <a:schemeClr val="accent6">
                  <a:shade val="95000"/>
                  <a:lumMod val="99000"/>
                  <a:satMod val="120000"/>
                  <a:shade val="78000"/>
                </a:schemeClr>
              </a:gs>
            </a:gsLst>
            <a:lin ang="5400000" scaled="0"/>
          </a:gradFill>
          <a:ln>
            <a:noFill/>
          </a:ln>
          <a:effectLst/>
        </c:spPr>
      </c:pivotFmt>
      <c:pivotFmt>
        <c:idx val="68"/>
        <c:spPr>
          <a:gradFill rotWithShape="1">
            <a:gsLst>
              <a:gs pos="0">
                <a:schemeClr val="accent6">
                  <a:shade val="96000"/>
                  <a:satMod val="103000"/>
                  <a:lumMod val="102000"/>
                  <a:tint val="94000"/>
                </a:schemeClr>
              </a:gs>
              <a:gs pos="50000">
                <a:schemeClr val="accent6">
                  <a:shade val="96000"/>
                  <a:satMod val="110000"/>
                  <a:lumMod val="100000"/>
                  <a:shade val="100000"/>
                </a:schemeClr>
              </a:gs>
              <a:gs pos="100000">
                <a:schemeClr val="accent6">
                  <a:shade val="96000"/>
                  <a:lumMod val="99000"/>
                  <a:satMod val="120000"/>
                  <a:shade val="78000"/>
                </a:schemeClr>
              </a:gs>
            </a:gsLst>
            <a:lin ang="5400000" scaled="0"/>
          </a:gradFill>
          <a:ln>
            <a:noFill/>
          </a:ln>
          <a:effectLst/>
        </c:spPr>
      </c:pivotFmt>
      <c:pivotFmt>
        <c:idx val="69"/>
        <c:spPr>
          <a:gradFill rotWithShape="1">
            <a:gsLst>
              <a:gs pos="0">
                <a:schemeClr val="accent6">
                  <a:shade val="97000"/>
                  <a:satMod val="103000"/>
                  <a:lumMod val="102000"/>
                  <a:tint val="94000"/>
                </a:schemeClr>
              </a:gs>
              <a:gs pos="50000">
                <a:schemeClr val="accent6">
                  <a:shade val="97000"/>
                  <a:satMod val="110000"/>
                  <a:lumMod val="100000"/>
                  <a:shade val="100000"/>
                </a:schemeClr>
              </a:gs>
              <a:gs pos="100000">
                <a:schemeClr val="accent6">
                  <a:shade val="97000"/>
                  <a:lumMod val="99000"/>
                  <a:satMod val="120000"/>
                  <a:shade val="78000"/>
                </a:schemeClr>
              </a:gs>
            </a:gsLst>
            <a:lin ang="5400000" scaled="0"/>
          </a:gradFill>
          <a:ln>
            <a:noFill/>
          </a:ln>
          <a:effectLst/>
        </c:spPr>
      </c:pivotFmt>
      <c:pivotFmt>
        <c:idx val="70"/>
        <c:spPr>
          <a:gradFill rotWithShape="1">
            <a:gsLst>
              <a:gs pos="0">
                <a:schemeClr val="accent6">
                  <a:shade val="98000"/>
                  <a:satMod val="103000"/>
                  <a:lumMod val="102000"/>
                  <a:tint val="94000"/>
                </a:schemeClr>
              </a:gs>
              <a:gs pos="50000">
                <a:schemeClr val="accent6">
                  <a:shade val="98000"/>
                  <a:satMod val="110000"/>
                  <a:lumMod val="100000"/>
                  <a:shade val="100000"/>
                </a:schemeClr>
              </a:gs>
              <a:gs pos="100000">
                <a:schemeClr val="accent6">
                  <a:shade val="98000"/>
                  <a:lumMod val="99000"/>
                  <a:satMod val="120000"/>
                  <a:shade val="78000"/>
                </a:schemeClr>
              </a:gs>
            </a:gsLst>
            <a:lin ang="5400000" scaled="0"/>
          </a:gradFill>
          <a:ln>
            <a:noFill/>
          </a:ln>
          <a:effectLst/>
        </c:spPr>
      </c:pivotFmt>
      <c:pivotFmt>
        <c:idx val="71"/>
        <c:spPr>
          <a:gradFill rotWithShape="1">
            <a:gsLst>
              <a:gs pos="0">
                <a:schemeClr val="accent6">
                  <a:shade val="99000"/>
                  <a:satMod val="103000"/>
                  <a:lumMod val="102000"/>
                  <a:tint val="94000"/>
                </a:schemeClr>
              </a:gs>
              <a:gs pos="50000">
                <a:schemeClr val="accent6">
                  <a:shade val="99000"/>
                  <a:satMod val="110000"/>
                  <a:lumMod val="100000"/>
                  <a:shade val="100000"/>
                </a:schemeClr>
              </a:gs>
              <a:gs pos="100000">
                <a:schemeClr val="accent6">
                  <a:shade val="99000"/>
                  <a:lumMod val="99000"/>
                  <a:satMod val="120000"/>
                  <a:shade val="78000"/>
                </a:schemeClr>
              </a:gs>
            </a:gsLst>
            <a:lin ang="5400000" scaled="0"/>
          </a:gradFill>
          <a:ln>
            <a:noFill/>
          </a:ln>
          <a:effectLst/>
        </c:spPr>
      </c:pivotFmt>
      <c:pivotFmt>
        <c:idx val="7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pivotFmt>
      <c:pivotFmt>
        <c:idx val="73"/>
        <c:spPr>
          <a:gradFill rotWithShape="1">
            <a:gsLst>
              <a:gs pos="0">
                <a:schemeClr val="accent6">
                  <a:tint val="99000"/>
                  <a:satMod val="103000"/>
                  <a:lumMod val="102000"/>
                  <a:tint val="94000"/>
                </a:schemeClr>
              </a:gs>
              <a:gs pos="50000">
                <a:schemeClr val="accent6">
                  <a:tint val="99000"/>
                  <a:satMod val="110000"/>
                  <a:lumMod val="100000"/>
                  <a:shade val="100000"/>
                </a:schemeClr>
              </a:gs>
              <a:gs pos="100000">
                <a:schemeClr val="accent6">
                  <a:tint val="99000"/>
                  <a:lumMod val="99000"/>
                  <a:satMod val="120000"/>
                  <a:shade val="78000"/>
                </a:schemeClr>
              </a:gs>
            </a:gsLst>
            <a:lin ang="5400000" scaled="0"/>
          </a:gradFill>
          <a:ln>
            <a:noFill/>
          </a:ln>
          <a:effectLst/>
        </c:spPr>
      </c:pivotFmt>
      <c:pivotFmt>
        <c:idx val="74"/>
        <c:spPr>
          <a:gradFill rotWithShape="1">
            <a:gsLst>
              <a:gs pos="0">
                <a:schemeClr val="accent6">
                  <a:tint val="98000"/>
                  <a:satMod val="103000"/>
                  <a:lumMod val="102000"/>
                  <a:tint val="94000"/>
                </a:schemeClr>
              </a:gs>
              <a:gs pos="50000">
                <a:schemeClr val="accent6">
                  <a:tint val="98000"/>
                  <a:satMod val="110000"/>
                  <a:lumMod val="100000"/>
                  <a:shade val="100000"/>
                </a:schemeClr>
              </a:gs>
              <a:gs pos="100000">
                <a:schemeClr val="accent6">
                  <a:tint val="98000"/>
                  <a:lumMod val="99000"/>
                  <a:satMod val="120000"/>
                  <a:shade val="78000"/>
                </a:schemeClr>
              </a:gs>
            </a:gsLst>
            <a:lin ang="5400000" scaled="0"/>
          </a:gradFill>
          <a:ln>
            <a:noFill/>
          </a:ln>
          <a:effectLst/>
        </c:spPr>
      </c:pivotFmt>
      <c:pivotFmt>
        <c:idx val="75"/>
        <c:spPr>
          <a:gradFill rotWithShape="1">
            <a:gsLst>
              <a:gs pos="0">
                <a:schemeClr val="accent6">
                  <a:tint val="97000"/>
                  <a:satMod val="103000"/>
                  <a:lumMod val="102000"/>
                  <a:tint val="94000"/>
                </a:schemeClr>
              </a:gs>
              <a:gs pos="50000">
                <a:schemeClr val="accent6">
                  <a:tint val="97000"/>
                  <a:satMod val="110000"/>
                  <a:lumMod val="100000"/>
                  <a:shade val="100000"/>
                </a:schemeClr>
              </a:gs>
              <a:gs pos="100000">
                <a:schemeClr val="accent6">
                  <a:tint val="97000"/>
                  <a:lumMod val="99000"/>
                  <a:satMod val="120000"/>
                  <a:shade val="78000"/>
                </a:schemeClr>
              </a:gs>
            </a:gsLst>
            <a:lin ang="5400000" scaled="0"/>
          </a:gradFill>
          <a:ln>
            <a:noFill/>
          </a:ln>
          <a:effectLst/>
        </c:spPr>
      </c:pivotFmt>
      <c:pivotFmt>
        <c:idx val="76"/>
        <c:spPr>
          <a:gradFill rotWithShape="1">
            <a:gsLst>
              <a:gs pos="0">
                <a:schemeClr val="accent6">
                  <a:tint val="96000"/>
                  <a:satMod val="103000"/>
                  <a:lumMod val="102000"/>
                  <a:tint val="94000"/>
                </a:schemeClr>
              </a:gs>
              <a:gs pos="50000">
                <a:schemeClr val="accent6">
                  <a:tint val="96000"/>
                  <a:satMod val="110000"/>
                  <a:lumMod val="100000"/>
                  <a:shade val="100000"/>
                </a:schemeClr>
              </a:gs>
              <a:gs pos="100000">
                <a:schemeClr val="accent6">
                  <a:tint val="96000"/>
                  <a:lumMod val="99000"/>
                  <a:satMod val="120000"/>
                  <a:shade val="78000"/>
                </a:schemeClr>
              </a:gs>
            </a:gsLst>
            <a:lin ang="5400000" scaled="0"/>
          </a:gradFill>
          <a:ln>
            <a:noFill/>
          </a:ln>
          <a:effectLst/>
        </c:spPr>
      </c:pivotFmt>
      <c:pivotFmt>
        <c:idx val="77"/>
        <c:spPr>
          <a:gradFill rotWithShape="1">
            <a:gsLst>
              <a:gs pos="0">
                <a:schemeClr val="accent6">
                  <a:tint val="95000"/>
                  <a:satMod val="103000"/>
                  <a:lumMod val="102000"/>
                  <a:tint val="94000"/>
                </a:schemeClr>
              </a:gs>
              <a:gs pos="50000">
                <a:schemeClr val="accent6">
                  <a:tint val="95000"/>
                  <a:satMod val="110000"/>
                  <a:lumMod val="100000"/>
                  <a:shade val="100000"/>
                </a:schemeClr>
              </a:gs>
              <a:gs pos="100000">
                <a:schemeClr val="accent6">
                  <a:tint val="95000"/>
                  <a:lumMod val="99000"/>
                  <a:satMod val="120000"/>
                  <a:shade val="78000"/>
                </a:schemeClr>
              </a:gs>
            </a:gsLst>
            <a:lin ang="5400000" scaled="0"/>
          </a:gradFill>
          <a:ln>
            <a:noFill/>
          </a:ln>
          <a:effectLst/>
        </c:spPr>
      </c:pivotFmt>
      <c:pivotFmt>
        <c:idx val="78"/>
        <c:spPr>
          <a:gradFill rotWithShape="1">
            <a:gsLst>
              <a:gs pos="0">
                <a:schemeClr val="accent6">
                  <a:tint val="94000"/>
                  <a:satMod val="103000"/>
                  <a:lumMod val="102000"/>
                  <a:tint val="94000"/>
                </a:schemeClr>
              </a:gs>
              <a:gs pos="50000">
                <a:schemeClr val="accent6">
                  <a:tint val="94000"/>
                  <a:satMod val="110000"/>
                  <a:lumMod val="100000"/>
                  <a:shade val="100000"/>
                </a:schemeClr>
              </a:gs>
              <a:gs pos="100000">
                <a:schemeClr val="accent6">
                  <a:tint val="94000"/>
                  <a:lumMod val="99000"/>
                  <a:satMod val="120000"/>
                  <a:shade val="78000"/>
                </a:schemeClr>
              </a:gs>
            </a:gsLst>
            <a:lin ang="5400000" scaled="0"/>
          </a:gradFill>
          <a:ln>
            <a:noFill/>
          </a:ln>
          <a:effectLst/>
        </c:spPr>
      </c:pivotFmt>
      <c:pivotFmt>
        <c:idx val="79"/>
        <c:spPr>
          <a:gradFill rotWithShape="1">
            <a:gsLst>
              <a:gs pos="0">
                <a:schemeClr val="accent6">
                  <a:tint val="93000"/>
                  <a:satMod val="103000"/>
                  <a:lumMod val="102000"/>
                  <a:tint val="94000"/>
                </a:schemeClr>
              </a:gs>
              <a:gs pos="50000">
                <a:schemeClr val="accent6">
                  <a:tint val="93000"/>
                  <a:satMod val="110000"/>
                  <a:lumMod val="100000"/>
                  <a:shade val="100000"/>
                </a:schemeClr>
              </a:gs>
              <a:gs pos="100000">
                <a:schemeClr val="accent6">
                  <a:tint val="93000"/>
                  <a:lumMod val="99000"/>
                  <a:satMod val="120000"/>
                  <a:shade val="78000"/>
                </a:schemeClr>
              </a:gs>
            </a:gsLst>
            <a:lin ang="5400000" scaled="0"/>
          </a:gradFill>
          <a:ln>
            <a:noFill/>
          </a:ln>
          <a:effectLst/>
        </c:spPr>
      </c:pivotFmt>
      <c:pivotFmt>
        <c:idx val="80"/>
        <c:spPr>
          <a:gradFill rotWithShape="1">
            <a:gsLst>
              <a:gs pos="0">
                <a:schemeClr val="accent6">
                  <a:tint val="92000"/>
                  <a:satMod val="103000"/>
                  <a:lumMod val="102000"/>
                  <a:tint val="94000"/>
                </a:schemeClr>
              </a:gs>
              <a:gs pos="50000">
                <a:schemeClr val="accent6">
                  <a:tint val="92000"/>
                  <a:satMod val="110000"/>
                  <a:lumMod val="100000"/>
                  <a:shade val="100000"/>
                </a:schemeClr>
              </a:gs>
              <a:gs pos="100000">
                <a:schemeClr val="accent6">
                  <a:tint val="92000"/>
                  <a:lumMod val="99000"/>
                  <a:satMod val="120000"/>
                  <a:shade val="78000"/>
                </a:schemeClr>
              </a:gs>
            </a:gsLst>
            <a:lin ang="5400000" scaled="0"/>
          </a:gradFill>
          <a:ln>
            <a:noFill/>
          </a:ln>
          <a:effectLst/>
        </c:spPr>
      </c:pivotFmt>
      <c:pivotFmt>
        <c:idx val="81"/>
        <c:spPr>
          <a:gradFill rotWithShape="1">
            <a:gsLst>
              <a:gs pos="0">
                <a:schemeClr val="accent6">
                  <a:tint val="91000"/>
                  <a:satMod val="103000"/>
                  <a:lumMod val="102000"/>
                  <a:tint val="94000"/>
                </a:schemeClr>
              </a:gs>
              <a:gs pos="50000">
                <a:schemeClr val="accent6">
                  <a:tint val="91000"/>
                  <a:satMod val="110000"/>
                  <a:lumMod val="100000"/>
                  <a:shade val="100000"/>
                </a:schemeClr>
              </a:gs>
              <a:gs pos="100000">
                <a:schemeClr val="accent6">
                  <a:tint val="91000"/>
                  <a:lumMod val="99000"/>
                  <a:satMod val="120000"/>
                  <a:shade val="78000"/>
                </a:schemeClr>
              </a:gs>
            </a:gsLst>
            <a:lin ang="5400000" scaled="0"/>
          </a:gradFill>
          <a:ln>
            <a:noFill/>
          </a:ln>
          <a:effectLst/>
        </c:spPr>
      </c:pivotFmt>
      <c:pivotFmt>
        <c:idx val="82"/>
        <c:spPr>
          <a:gradFill rotWithShape="1">
            <a:gsLst>
              <a:gs pos="0">
                <a:schemeClr val="accent6">
                  <a:tint val="90000"/>
                  <a:satMod val="103000"/>
                  <a:lumMod val="102000"/>
                  <a:tint val="94000"/>
                </a:schemeClr>
              </a:gs>
              <a:gs pos="50000">
                <a:schemeClr val="accent6">
                  <a:tint val="90000"/>
                  <a:satMod val="110000"/>
                  <a:lumMod val="100000"/>
                  <a:shade val="100000"/>
                </a:schemeClr>
              </a:gs>
              <a:gs pos="100000">
                <a:schemeClr val="accent6">
                  <a:tint val="90000"/>
                  <a:lumMod val="99000"/>
                  <a:satMod val="120000"/>
                  <a:shade val="78000"/>
                </a:schemeClr>
              </a:gs>
            </a:gsLst>
            <a:lin ang="5400000" scaled="0"/>
          </a:gradFill>
          <a:ln>
            <a:noFill/>
          </a:ln>
          <a:effectLst/>
        </c:spPr>
      </c:pivotFmt>
      <c:pivotFmt>
        <c:idx val="83"/>
        <c:spPr>
          <a:gradFill rotWithShape="1">
            <a:gsLst>
              <a:gs pos="0">
                <a:schemeClr val="accent6">
                  <a:tint val="89000"/>
                  <a:satMod val="103000"/>
                  <a:lumMod val="102000"/>
                  <a:tint val="94000"/>
                </a:schemeClr>
              </a:gs>
              <a:gs pos="50000">
                <a:schemeClr val="accent6">
                  <a:tint val="89000"/>
                  <a:satMod val="110000"/>
                  <a:lumMod val="100000"/>
                  <a:shade val="100000"/>
                </a:schemeClr>
              </a:gs>
              <a:gs pos="100000">
                <a:schemeClr val="accent6">
                  <a:tint val="89000"/>
                  <a:lumMod val="99000"/>
                  <a:satMod val="120000"/>
                  <a:shade val="78000"/>
                </a:schemeClr>
              </a:gs>
            </a:gsLst>
            <a:lin ang="5400000" scaled="0"/>
          </a:gradFill>
          <a:ln>
            <a:noFill/>
          </a:ln>
          <a:effectLst/>
        </c:spPr>
      </c:pivotFmt>
      <c:pivotFmt>
        <c:idx val="84"/>
        <c:spPr>
          <a:gradFill rotWithShape="1">
            <a:gsLst>
              <a:gs pos="0">
                <a:schemeClr val="accent6">
                  <a:tint val="88000"/>
                  <a:satMod val="103000"/>
                  <a:lumMod val="102000"/>
                  <a:tint val="94000"/>
                </a:schemeClr>
              </a:gs>
              <a:gs pos="50000">
                <a:schemeClr val="accent6">
                  <a:tint val="88000"/>
                  <a:satMod val="110000"/>
                  <a:lumMod val="100000"/>
                  <a:shade val="100000"/>
                </a:schemeClr>
              </a:gs>
              <a:gs pos="100000">
                <a:schemeClr val="accent6">
                  <a:tint val="88000"/>
                  <a:lumMod val="99000"/>
                  <a:satMod val="120000"/>
                  <a:shade val="78000"/>
                </a:schemeClr>
              </a:gs>
            </a:gsLst>
            <a:lin ang="5400000" scaled="0"/>
          </a:gradFill>
          <a:ln>
            <a:noFill/>
          </a:ln>
          <a:effectLst/>
        </c:spPr>
      </c:pivotFmt>
      <c:pivotFmt>
        <c:idx val="85"/>
        <c:spPr>
          <a:gradFill rotWithShape="1">
            <a:gsLst>
              <a:gs pos="0">
                <a:schemeClr val="accent6">
                  <a:tint val="87000"/>
                  <a:satMod val="103000"/>
                  <a:lumMod val="102000"/>
                  <a:tint val="94000"/>
                </a:schemeClr>
              </a:gs>
              <a:gs pos="50000">
                <a:schemeClr val="accent6">
                  <a:tint val="87000"/>
                  <a:satMod val="110000"/>
                  <a:lumMod val="100000"/>
                  <a:shade val="100000"/>
                </a:schemeClr>
              </a:gs>
              <a:gs pos="100000">
                <a:schemeClr val="accent6">
                  <a:tint val="87000"/>
                  <a:lumMod val="99000"/>
                  <a:satMod val="120000"/>
                  <a:shade val="78000"/>
                </a:schemeClr>
              </a:gs>
            </a:gsLst>
            <a:lin ang="5400000" scaled="0"/>
          </a:gradFill>
          <a:ln>
            <a:noFill/>
          </a:ln>
          <a:effectLst/>
        </c:spPr>
      </c:pivotFmt>
      <c:pivotFmt>
        <c:idx val="86"/>
        <c:spPr>
          <a:gradFill rotWithShape="1">
            <a:gsLst>
              <a:gs pos="0">
                <a:schemeClr val="accent6">
                  <a:tint val="86000"/>
                  <a:satMod val="103000"/>
                  <a:lumMod val="102000"/>
                  <a:tint val="94000"/>
                </a:schemeClr>
              </a:gs>
              <a:gs pos="50000">
                <a:schemeClr val="accent6">
                  <a:tint val="86000"/>
                  <a:satMod val="110000"/>
                  <a:lumMod val="100000"/>
                  <a:shade val="100000"/>
                </a:schemeClr>
              </a:gs>
              <a:gs pos="100000">
                <a:schemeClr val="accent6">
                  <a:tint val="86000"/>
                  <a:lumMod val="99000"/>
                  <a:satMod val="120000"/>
                  <a:shade val="78000"/>
                </a:schemeClr>
              </a:gs>
            </a:gsLst>
            <a:lin ang="5400000" scaled="0"/>
          </a:gradFill>
          <a:ln>
            <a:noFill/>
          </a:ln>
          <a:effectLst/>
        </c:spPr>
      </c:pivotFmt>
      <c:pivotFmt>
        <c:idx val="87"/>
        <c:spPr>
          <a:gradFill rotWithShape="1">
            <a:gsLst>
              <a:gs pos="0">
                <a:schemeClr val="accent6">
                  <a:tint val="85000"/>
                  <a:satMod val="103000"/>
                  <a:lumMod val="102000"/>
                  <a:tint val="94000"/>
                </a:schemeClr>
              </a:gs>
              <a:gs pos="50000">
                <a:schemeClr val="accent6">
                  <a:tint val="85000"/>
                  <a:satMod val="110000"/>
                  <a:lumMod val="100000"/>
                  <a:shade val="100000"/>
                </a:schemeClr>
              </a:gs>
              <a:gs pos="100000">
                <a:schemeClr val="accent6">
                  <a:tint val="85000"/>
                  <a:lumMod val="99000"/>
                  <a:satMod val="120000"/>
                  <a:shade val="78000"/>
                </a:schemeClr>
              </a:gs>
            </a:gsLst>
            <a:lin ang="5400000" scaled="0"/>
          </a:gradFill>
          <a:ln>
            <a:noFill/>
          </a:ln>
          <a:effectLst/>
        </c:spPr>
      </c:pivotFmt>
      <c:pivotFmt>
        <c:idx val="88"/>
        <c:spPr>
          <a:gradFill rotWithShape="1">
            <a:gsLst>
              <a:gs pos="0">
                <a:schemeClr val="accent6">
                  <a:tint val="84000"/>
                  <a:satMod val="103000"/>
                  <a:lumMod val="102000"/>
                  <a:tint val="94000"/>
                </a:schemeClr>
              </a:gs>
              <a:gs pos="50000">
                <a:schemeClr val="accent6">
                  <a:tint val="84000"/>
                  <a:satMod val="110000"/>
                  <a:lumMod val="100000"/>
                  <a:shade val="100000"/>
                </a:schemeClr>
              </a:gs>
              <a:gs pos="100000">
                <a:schemeClr val="accent6">
                  <a:tint val="84000"/>
                  <a:lumMod val="99000"/>
                  <a:satMod val="120000"/>
                  <a:shade val="78000"/>
                </a:schemeClr>
              </a:gs>
            </a:gsLst>
            <a:lin ang="5400000" scaled="0"/>
          </a:gradFill>
          <a:ln>
            <a:noFill/>
          </a:ln>
          <a:effectLst/>
        </c:spPr>
      </c:pivotFmt>
      <c:pivotFmt>
        <c:idx val="89"/>
        <c:spPr>
          <a:gradFill rotWithShape="1">
            <a:gsLst>
              <a:gs pos="0">
                <a:schemeClr val="accent6">
                  <a:tint val="83000"/>
                  <a:satMod val="103000"/>
                  <a:lumMod val="102000"/>
                  <a:tint val="94000"/>
                </a:schemeClr>
              </a:gs>
              <a:gs pos="50000">
                <a:schemeClr val="accent6">
                  <a:tint val="83000"/>
                  <a:satMod val="110000"/>
                  <a:lumMod val="100000"/>
                  <a:shade val="100000"/>
                </a:schemeClr>
              </a:gs>
              <a:gs pos="100000">
                <a:schemeClr val="accent6">
                  <a:tint val="83000"/>
                  <a:lumMod val="99000"/>
                  <a:satMod val="120000"/>
                  <a:shade val="78000"/>
                </a:schemeClr>
              </a:gs>
            </a:gsLst>
            <a:lin ang="5400000" scaled="0"/>
          </a:gradFill>
          <a:ln>
            <a:noFill/>
          </a:ln>
          <a:effectLst/>
        </c:spPr>
      </c:pivotFmt>
      <c:pivotFmt>
        <c:idx val="90"/>
        <c:spPr>
          <a:gradFill rotWithShape="1">
            <a:gsLst>
              <a:gs pos="0">
                <a:schemeClr val="accent6">
                  <a:tint val="82000"/>
                  <a:satMod val="103000"/>
                  <a:lumMod val="102000"/>
                  <a:tint val="94000"/>
                </a:schemeClr>
              </a:gs>
              <a:gs pos="50000">
                <a:schemeClr val="accent6">
                  <a:tint val="82000"/>
                  <a:satMod val="110000"/>
                  <a:lumMod val="100000"/>
                  <a:shade val="100000"/>
                </a:schemeClr>
              </a:gs>
              <a:gs pos="100000">
                <a:schemeClr val="accent6">
                  <a:tint val="82000"/>
                  <a:lumMod val="99000"/>
                  <a:satMod val="120000"/>
                  <a:shade val="78000"/>
                </a:schemeClr>
              </a:gs>
            </a:gsLst>
            <a:lin ang="5400000" scaled="0"/>
          </a:gradFill>
          <a:ln>
            <a:noFill/>
          </a:ln>
          <a:effectLst/>
        </c:spPr>
      </c:pivotFmt>
      <c:pivotFmt>
        <c:idx val="91"/>
        <c:spPr>
          <a:gradFill rotWithShape="1">
            <a:gsLst>
              <a:gs pos="0">
                <a:schemeClr val="accent6">
                  <a:tint val="81000"/>
                  <a:satMod val="103000"/>
                  <a:lumMod val="102000"/>
                  <a:tint val="94000"/>
                </a:schemeClr>
              </a:gs>
              <a:gs pos="50000">
                <a:schemeClr val="accent6">
                  <a:tint val="81000"/>
                  <a:satMod val="110000"/>
                  <a:lumMod val="100000"/>
                  <a:shade val="100000"/>
                </a:schemeClr>
              </a:gs>
              <a:gs pos="100000">
                <a:schemeClr val="accent6">
                  <a:tint val="81000"/>
                  <a:lumMod val="99000"/>
                  <a:satMod val="120000"/>
                  <a:shade val="78000"/>
                </a:schemeClr>
              </a:gs>
            </a:gsLst>
            <a:lin ang="5400000" scaled="0"/>
          </a:gradFill>
          <a:ln>
            <a:noFill/>
          </a:ln>
          <a:effectLst/>
        </c:spPr>
      </c:pivotFmt>
      <c:pivotFmt>
        <c:idx val="92"/>
        <c:spPr>
          <a:gradFill rotWithShape="1">
            <a:gsLst>
              <a:gs pos="0">
                <a:schemeClr val="accent6">
                  <a:tint val="80000"/>
                  <a:satMod val="103000"/>
                  <a:lumMod val="102000"/>
                  <a:tint val="94000"/>
                </a:schemeClr>
              </a:gs>
              <a:gs pos="50000">
                <a:schemeClr val="accent6">
                  <a:tint val="80000"/>
                  <a:satMod val="110000"/>
                  <a:lumMod val="100000"/>
                  <a:shade val="100000"/>
                </a:schemeClr>
              </a:gs>
              <a:gs pos="100000">
                <a:schemeClr val="accent6">
                  <a:tint val="80000"/>
                  <a:lumMod val="99000"/>
                  <a:satMod val="120000"/>
                  <a:shade val="78000"/>
                </a:schemeClr>
              </a:gs>
            </a:gsLst>
            <a:lin ang="5400000" scaled="0"/>
          </a:gradFill>
          <a:ln>
            <a:noFill/>
          </a:ln>
          <a:effectLst/>
        </c:spPr>
      </c:pivotFmt>
      <c:pivotFmt>
        <c:idx val="93"/>
        <c:spPr>
          <a:gradFill rotWithShape="1">
            <a:gsLst>
              <a:gs pos="0">
                <a:schemeClr val="accent6">
                  <a:tint val="79000"/>
                  <a:satMod val="103000"/>
                  <a:lumMod val="102000"/>
                  <a:tint val="94000"/>
                </a:schemeClr>
              </a:gs>
              <a:gs pos="50000">
                <a:schemeClr val="accent6">
                  <a:tint val="79000"/>
                  <a:satMod val="110000"/>
                  <a:lumMod val="100000"/>
                  <a:shade val="100000"/>
                </a:schemeClr>
              </a:gs>
              <a:gs pos="100000">
                <a:schemeClr val="accent6">
                  <a:tint val="79000"/>
                  <a:lumMod val="99000"/>
                  <a:satMod val="120000"/>
                  <a:shade val="78000"/>
                </a:schemeClr>
              </a:gs>
            </a:gsLst>
            <a:lin ang="5400000" scaled="0"/>
          </a:gradFill>
          <a:ln>
            <a:noFill/>
          </a:ln>
          <a:effectLst/>
        </c:spPr>
      </c:pivotFmt>
      <c:pivotFmt>
        <c:idx val="94"/>
        <c:spPr>
          <a:gradFill rotWithShape="1">
            <a:gsLst>
              <a:gs pos="0">
                <a:schemeClr val="accent6">
                  <a:tint val="78000"/>
                  <a:satMod val="103000"/>
                  <a:lumMod val="102000"/>
                  <a:tint val="94000"/>
                </a:schemeClr>
              </a:gs>
              <a:gs pos="50000">
                <a:schemeClr val="accent6">
                  <a:tint val="78000"/>
                  <a:satMod val="110000"/>
                  <a:lumMod val="100000"/>
                  <a:shade val="100000"/>
                </a:schemeClr>
              </a:gs>
              <a:gs pos="100000">
                <a:schemeClr val="accent6">
                  <a:tint val="78000"/>
                  <a:lumMod val="99000"/>
                  <a:satMod val="120000"/>
                  <a:shade val="78000"/>
                </a:schemeClr>
              </a:gs>
            </a:gsLst>
            <a:lin ang="5400000" scaled="0"/>
          </a:gradFill>
          <a:ln>
            <a:noFill/>
          </a:ln>
          <a:effectLst/>
        </c:spPr>
      </c:pivotFmt>
      <c:pivotFmt>
        <c:idx val="95"/>
        <c:spPr>
          <a:gradFill rotWithShape="1">
            <a:gsLst>
              <a:gs pos="0">
                <a:schemeClr val="accent6">
                  <a:tint val="77000"/>
                  <a:satMod val="103000"/>
                  <a:lumMod val="102000"/>
                  <a:tint val="94000"/>
                </a:schemeClr>
              </a:gs>
              <a:gs pos="50000">
                <a:schemeClr val="accent6">
                  <a:tint val="77000"/>
                  <a:satMod val="110000"/>
                  <a:lumMod val="100000"/>
                  <a:shade val="100000"/>
                </a:schemeClr>
              </a:gs>
              <a:gs pos="100000">
                <a:schemeClr val="accent6">
                  <a:tint val="77000"/>
                  <a:lumMod val="99000"/>
                  <a:satMod val="120000"/>
                  <a:shade val="78000"/>
                </a:schemeClr>
              </a:gs>
            </a:gsLst>
            <a:lin ang="5400000" scaled="0"/>
          </a:gradFill>
          <a:ln>
            <a:noFill/>
          </a:ln>
          <a:effectLst/>
        </c:spPr>
      </c:pivotFmt>
      <c:pivotFmt>
        <c:idx val="96"/>
        <c:spPr>
          <a:gradFill rotWithShape="1">
            <a:gsLst>
              <a:gs pos="0">
                <a:schemeClr val="accent6">
                  <a:tint val="76000"/>
                  <a:satMod val="103000"/>
                  <a:lumMod val="102000"/>
                  <a:tint val="94000"/>
                </a:schemeClr>
              </a:gs>
              <a:gs pos="50000">
                <a:schemeClr val="accent6">
                  <a:tint val="76000"/>
                  <a:satMod val="110000"/>
                  <a:lumMod val="100000"/>
                  <a:shade val="100000"/>
                </a:schemeClr>
              </a:gs>
              <a:gs pos="100000">
                <a:schemeClr val="accent6">
                  <a:tint val="76000"/>
                  <a:lumMod val="99000"/>
                  <a:satMod val="120000"/>
                  <a:shade val="78000"/>
                </a:schemeClr>
              </a:gs>
            </a:gsLst>
            <a:lin ang="5400000" scaled="0"/>
          </a:gradFill>
          <a:ln>
            <a:noFill/>
          </a:ln>
          <a:effectLst/>
        </c:spPr>
      </c:pivotFmt>
      <c:pivotFmt>
        <c:idx val="97"/>
        <c:spPr>
          <a:gradFill rotWithShape="1">
            <a:gsLst>
              <a:gs pos="0">
                <a:schemeClr val="accent6">
                  <a:tint val="75000"/>
                  <a:satMod val="103000"/>
                  <a:lumMod val="102000"/>
                  <a:tint val="94000"/>
                </a:schemeClr>
              </a:gs>
              <a:gs pos="50000">
                <a:schemeClr val="accent6">
                  <a:tint val="75000"/>
                  <a:satMod val="110000"/>
                  <a:lumMod val="100000"/>
                  <a:shade val="100000"/>
                </a:schemeClr>
              </a:gs>
              <a:gs pos="100000">
                <a:schemeClr val="accent6">
                  <a:tint val="75000"/>
                  <a:lumMod val="99000"/>
                  <a:satMod val="120000"/>
                  <a:shade val="78000"/>
                </a:schemeClr>
              </a:gs>
            </a:gsLst>
            <a:lin ang="5400000" scaled="0"/>
          </a:gradFill>
          <a:ln>
            <a:noFill/>
          </a:ln>
          <a:effectLst/>
        </c:spPr>
      </c:pivotFmt>
      <c:pivotFmt>
        <c:idx val="98"/>
        <c:spPr>
          <a:gradFill rotWithShape="1">
            <a:gsLst>
              <a:gs pos="0">
                <a:schemeClr val="accent6">
                  <a:tint val="74000"/>
                  <a:satMod val="103000"/>
                  <a:lumMod val="102000"/>
                  <a:tint val="94000"/>
                </a:schemeClr>
              </a:gs>
              <a:gs pos="50000">
                <a:schemeClr val="accent6">
                  <a:tint val="74000"/>
                  <a:satMod val="110000"/>
                  <a:lumMod val="100000"/>
                  <a:shade val="100000"/>
                </a:schemeClr>
              </a:gs>
              <a:gs pos="100000">
                <a:schemeClr val="accent6">
                  <a:tint val="74000"/>
                  <a:lumMod val="99000"/>
                  <a:satMod val="120000"/>
                  <a:shade val="78000"/>
                </a:schemeClr>
              </a:gs>
            </a:gsLst>
            <a:lin ang="5400000" scaled="0"/>
          </a:gradFill>
          <a:ln>
            <a:noFill/>
          </a:ln>
          <a:effectLst/>
        </c:spPr>
      </c:pivotFmt>
      <c:pivotFmt>
        <c:idx val="99"/>
        <c:spPr>
          <a:gradFill rotWithShape="1">
            <a:gsLst>
              <a:gs pos="0">
                <a:schemeClr val="accent6">
                  <a:tint val="73000"/>
                  <a:satMod val="103000"/>
                  <a:lumMod val="102000"/>
                  <a:tint val="94000"/>
                </a:schemeClr>
              </a:gs>
              <a:gs pos="50000">
                <a:schemeClr val="accent6">
                  <a:tint val="73000"/>
                  <a:satMod val="110000"/>
                  <a:lumMod val="100000"/>
                  <a:shade val="100000"/>
                </a:schemeClr>
              </a:gs>
              <a:gs pos="100000">
                <a:schemeClr val="accent6">
                  <a:tint val="73000"/>
                  <a:lumMod val="99000"/>
                  <a:satMod val="120000"/>
                  <a:shade val="78000"/>
                </a:schemeClr>
              </a:gs>
            </a:gsLst>
            <a:lin ang="5400000" scaled="0"/>
          </a:gradFill>
          <a:ln>
            <a:noFill/>
          </a:ln>
          <a:effectLst/>
        </c:spPr>
      </c:pivotFmt>
      <c:pivotFmt>
        <c:idx val="100"/>
        <c:spPr>
          <a:gradFill rotWithShape="1">
            <a:gsLst>
              <a:gs pos="0">
                <a:schemeClr val="accent6">
                  <a:tint val="72000"/>
                  <a:satMod val="103000"/>
                  <a:lumMod val="102000"/>
                  <a:tint val="94000"/>
                </a:schemeClr>
              </a:gs>
              <a:gs pos="50000">
                <a:schemeClr val="accent6">
                  <a:tint val="72000"/>
                  <a:satMod val="110000"/>
                  <a:lumMod val="100000"/>
                  <a:shade val="100000"/>
                </a:schemeClr>
              </a:gs>
              <a:gs pos="100000">
                <a:schemeClr val="accent6">
                  <a:tint val="72000"/>
                  <a:lumMod val="99000"/>
                  <a:satMod val="120000"/>
                  <a:shade val="78000"/>
                </a:schemeClr>
              </a:gs>
            </a:gsLst>
            <a:lin ang="5400000" scaled="0"/>
          </a:gradFill>
          <a:ln>
            <a:noFill/>
          </a:ln>
          <a:effectLst/>
        </c:spPr>
      </c:pivotFmt>
      <c:pivotFmt>
        <c:idx val="101"/>
        <c:spPr>
          <a:gradFill rotWithShape="1">
            <a:gsLst>
              <a:gs pos="0">
                <a:schemeClr val="accent6">
                  <a:tint val="71000"/>
                  <a:satMod val="103000"/>
                  <a:lumMod val="102000"/>
                  <a:tint val="94000"/>
                </a:schemeClr>
              </a:gs>
              <a:gs pos="50000">
                <a:schemeClr val="accent6">
                  <a:tint val="71000"/>
                  <a:satMod val="110000"/>
                  <a:lumMod val="100000"/>
                  <a:shade val="100000"/>
                </a:schemeClr>
              </a:gs>
              <a:gs pos="100000">
                <a:schemeClr val="accent6">
                  <a:tint val="71000"/>
                  <a:lumMod val="99000"/>
                  <a:satMod val="120000"/>
                  <a:shade val="78000"/>
                </a:schemeClr>
              </a:gs>
            </a:gsLst>
            <a:lin ang="5400000" scaled="0"/>
          </a:gradFill>
          <a:ln>
            <a:noFill/>
          </a:ln>
          <a:effectLst/>
        </c:spPr>
      </c:pivotFmt>
      <c:pivotFmt>
        <c:idx val="102"/>
        <c:spPr>
          <a:gradFill rotWithShape="1">
            <a:gsLst>
              <a:gs pos="0">
                <a:schemeClr val="accent6">
                  <a:tint val="70000"/>
                  <a:satMod val="103000"/>
                  <a:lumMod val="102000"/>
                  <a:tint val="94000"/>
                </a:schemeClr>
              </a:gs>
              <a:gs pos="50000">
                <a:schemeClr val="accent6">
                  <a:tint val="70000"/>
                  <a:satMod val="110000"/>
                  <a:lumMod val="100000"/>
                  <a:shade val="100000"/>
                </a:schemeClr>
              </a:gs>
              <a:gs pos="100000">
                <a:schemeClr val="accent6">
                  <a:tint val="70000"/>
                  <a:lumMod val="99000"/>
                  <a:satMod val="120000"/>
                  <a:shade val="78000"/>
                </a:schemeClr>
              </a:gs>
            </a:gsLst>
            <a:lin ang="5400000" scaled="0"/>
          </a:gradFill>
          <a:ln>
            <a:noFill/>
          </a:ln>
          <a:effectLst/>
        </c:spPr>
      </c:pivotFmt>
      <c:pivotFmt>
        <c:idx val="103"/>
        <c:spPr>
          <a:gradFill rotWithShape="1">
            <a:gsLst>
              <a:gs pos="0">
                <a:schemeClr val="accent6">
                  <a:tint val="69000"/>
                  <a:satMod val="103000"/>
                  <a:lumMod val="102000"/>
                  <a:tint val="94000"/>
                </a:schemeClr>
              </a:gs>
              <a:gs pos="50000">
                <a:schemeClr val="accent6">
                  <a:tint val="69000"/>
                  <a:satMod val="110000"/>
                  <a:lumMod val="100000"/>
                  <a:shade val="100000"/>
                </a:schemeClr>
              </a:gs>
              <a:gs pos="100000">
                <a:schemeClr val="accent6">
                  <a:tint val="69000"/>
                  <a:lumMod val="99000"/>
                  <a:satMod val="120000"/>
                  <a:shade val="78000"/>
                </a:schemeClr>
              </a:gs>
            </a:gsLst>
            <a:lin ang="5400000" scaled="0"/>
          </a:gradFill>
          <a:ln>
            <a:noFill/>
          </a:ln>
          <a:effectLst/>
        </c:spPr>
      </c:pivotFmt>
      <c:pivotFmt>
        <c:idx val="104"/>
        <c:spPr>
          <a:gradFill rotWithShape="1">
            <a:gsLst>
              <a:gs pos="0">
                <a:schemeClr val="accent6">
                  <a:tint val="68000"/>
                  <a:satMod val="103000"/>
                  <a:lumMod val="102000"/>
                  <a:tint val="94000"/>
                </a:schemeClr>
              </a:gs>
              <a:gs pos="50000">
                <a:schemeClr val="accent6">
                  <a:tint val="68000"/>
                  <a:satMod val="110000"/>
                  <a:lumMod val="100000"/>
                  <a:shade val="100000"/>
                </a:schemeClr>
              </a:gs>
              <a:gs pos="100000">
                <a:schemeClr val="accent6">
                  <a:tint val="68000"/>
                  <a:lumMod val="99000"/>
                  <a:satMod val="120000"/>
                  <a:shade val="78000"/>
                </a:schemeClr>
              </a:gs>
            </a:gsLst>
            <a:lin ang="5400000" scaled="0"/>
          </a:gradFill>
          <a:ln>
            <a:noFill/>
          </a:ln>
          <a:effectLst/>
        </c:spPr>
      </c:pivotFmt>
      <c:pivotFmt>
        <c:idx val="105"/>
        <c:spPr>
          <a:gradFill rotWithShape="1">
            <a:gsLst>
              <a:gs pos="0">
                <a:schemeClr val="accent6">
                  <a:tint val="67000"/>
                  <a:satMod val="103000"/>
                  <a:lumMod val="102000"/>
                  <a:tint val="94000"/>
                </a:schemeClr>
              </a:gs>
              <a:gs pos="50000">
                <a:schemeClr val="accent6">
                  <a:tint val="67000"/>
                  <a:satMod val="110000"/>
                  <a:lumMod val="100000"/>
                  <a:shade val="100000"/>
                </a:schemeClr>
              </a:gs>
              <a:gs pos="100000">
                <a:schemeClr val="accent6">
                  <a:tint val="67000"/>
                  <a:lumMod val="99000"/>
                  <a:satMod val="120000"/>
                  <a:shade val="78000"/>
                </a:schemeClr>
              </a:gs>
            </a:gsLst>
            <a:lin ang="5400000" scaled="0"/>
          </a:gradFill>
          <a:ln>
            <a:noFill/>
          </a:ln>
          <a:effectLst/>
        </c:spPr>
      </c:pivotFmt>
      <c:pivotFmt>
        <c:idx val="106"/>
        <c:spPr>
          <a:gradFill rotWithShape="1">
            <a:gsLst>
              <a:gs pos="0">
                <a:schemeClr val="accent6">
                  <a:tint val="66000"/>
                  <a:satMod val="103000"/>
                  <a:lumMod val="102000"/>
                  <a:tint val="94000"/>
                </a:schemeClr>
              </a:gs>
              <a:gs pos="50000">
                <a:schemeClr val="accent6">
                  <a:tint val="66000"/>
                  <a:satMod val="110000"/>
                  <a:lumMod val="100000"/>
                  <a:shade val="100000"/>
                </a:schemeClr>
              </a:gs>
              <a:gs pos="100000">
                <a:schemeClr val="accent6">
                  <a:tint val="66000"/>
                  <a:lumMod val="99000"/>
                  <a:satMod val="120000"/>
                  <a:shade val="78000"/>
                </a:schemeClr>
              </a:gs>
            </a:gsLst>
            <a:lin ang="5400000" scaled="0"/>
          </a:gradFill>
          <a:ln>
            <a:noFill/>
          </a:ln>
          <a:effectLst/>
        </c:spPr>
      </c:pivotFmt>
      <c:pivotFmt>
        <c:idx val="107"/>
        <c:spPr>
          <a:gradFill rotWithShape="1">
            <a:gsLst>
              <a:gs pos="0">
                <a:schemeClr val="accent6">
                  <a:tint val="65000"/>
                  <a:satMod val="103000"/>
                  <a:lumMod val="102000"/>
                  <a:tint val="94000"/>
                </a:schemeClr>
              </a:gs>
              <a:gs pos="50000">
                <a:schemeClr val="accent6">
                  <a:tint val="65000"/>
                  <a:satMod val="110000"/>
                  <a:lumMod val="100000"/>
                  <a:shade val="100000"/>
                </a:schemeClr>
              </a:gs>
              <a:gs pos="100000">
                <a:schemeClr val="accent6">
                  <a:tint val="65000"/>
                  <a:lumMod val="99000"/>
                  <a:satMod val="120000"/>
                  <a:shade val="78000"/>
                </a:schemeClr>
              </a:gs>
            </a:gsLst>
            <a:lin ang="5400000" scaled="0"/>
          </a:gradFill>
          <a:ln>
            <a:noFill/>
          </a:ln>
          <a:effectLst/>
        </c:spPr>
      </c:pivotFmt>
      <c:pivotFmt>
        <c:idx val="108"/>
        <c:spPr>
          <a:gradFill rotWithShape="1">
            <a:gsLst>
              <a:gs pos="0">
                <a:schemeClr val="accent6">
                  <a:tint val="64000"/>
                  <a:satMod val="103000"/>
                  <a:lumMod val="102000"/>
                  <a:tint val="94000"/>
                </a:schemeClr>
              </a:gs>
              <a:gs pos="50000">
                <a:schemeClr val="accent6">
                  <a:tint val="64000"/>
                  <a:satMod val="110000"/>
                  <a:lumMod val="100000"/>
                  <a:shade val="100000"/>
                </a:schemeClr>
              </a:gs>
              <a:gs pos="100000">
                <a:schemeClr val="accent6">
                  <a:tint val="64000"/>
                  <a:lumMod val="99000"/>
                  <a:satMod val="120000"/>
                  <a:shade val="78000"/>
                </a:schemeClr>
              </a:gs>
            </a:gsLst>
            <a:lin ang="5400000" scaled="0"/>
          </a:gradFill>
          <a:ln>
            <a:noFill/>
          </a:ln>
          <a:effectLst/>
        </c:spPr>
      </c:pivotFmt>
      <c:pivotFmt>
        <c:idx val="109"/>
        <c:spPr>
          <a:gradFill rotWithShape="1">
            <a:gsLst>
              <a:gs pos="0">
                <a:schemeClr val="accent6">
                  <a:tint val="63000"/>
                  <a:satMod val="103000"/>
                  <a:lumMod val="102000"/>
                  <a:tint val="94000"/>
                </a:schemeClr>
              </a:gs>
              <a:gs pos="50000">
                <a:schemeClr val="accent6">
                  <a:tint val="63000"/>
                  <a:satMod val="110000"/>
                  <a:lumMod val="100000"/>
                  <a:shade val="100000"/>
                </a:schemeClr>
              </a:gs>
              <a:gs pos="100000">
                <a:schemeClr val="accent6">
                  <a:tint val="63000"/>
                  <a:lumMod val="99000"/>
                  <a:satMod val="120000"/>
                  <a:shade val="78000"/>
                </a:schemeClr>
              </a:gs>
            </a:gsLst>
            <a:lin ang="5400000" scaled="0"/>
          </a:gradFill>
          <a:ln>
            <a:noFill/>
          </a:ln>
          <a:effectLst/>
        </c:spPr>
      </c:pivotFmt>
      <c:pivotFmt>
        <c:idx val="110"/>
        <c:spPr>
          <a:gradFill rotWithShape="1">
            <a:gsLst>
              <a:gs pos="0">
                <a:schemeClr val="accent6">
                  <a:tint val="62000"/>
                  <a:satMod val="103000"/>
                  <a:lumMod val="102000"/>
                  <a:tint val="94000"/>
                </a:schemeClr>
              </a:gs>
              <a:gs pos="50000">
                <a:schemeClr val="accent6">
                  <a:tint val="62000"/>
                  <a:satMod val="110000"/>
                  <a:lumMod val="100000"/>
                  <a:shade val="100000"/>
                </a:schemeClr>
              </a:gs>
              <a:gs pos="100000">
                <a:schemeClr val="accent6">
                  <a:tint val="62000"/>
                  <a:lumMod val="99000"/>
                  <a:satMod val="120000"/>
                  <a:shade val="78000"/>
                </a:schemeClr>
              </a:gs>
            </a:gsLst>
            <a:lin ang="5400000" scaled="0"/>
          </a:gradFill>
          <a:ln>
            <a:noFill/>
          </a:ln>
          <a:effectLst/>
        </c:spPr>
      </c:pivotFmt>
      <c:pivotFmt>
        <c:idx val="111"/>
        <c:spPr>
          <a:gradFill rotWithShape="1">
            <a:gsLst>
              <a:gs pos="0">
                <a:schemeClr val="accent6">
                  <a:tint val="61000"/>
                  <a:satMod val="103000"/>
                  <a:lumMod val="102000"/>
                  <a:tint val="94000"/>
                </a:schemeClr>
              </a:gs>
              <a:gs pos="50000">
                <a:schemeClr val="accent6">
                  <a:tint val="61000"/>
                  <a:satMod val="110000"/>
                  <a:lumMod val="100000"/>
                  <a:shade val="100000"/>
                </a:schemeClr>
              </a:gs>
              <a:gs pos="100000">
                <a:schemeClr val="accent6">
                  <a:tint val="61000"/>
                  <a:lumMod val="99000"/>
                  <a:satMod val="120000"/>
                  <a:shade val="78000"/>
                </a:schemeClr>
              </a:gs>
            </a:gsLst>
            <a:lin ang="5400000" scaled="0"/>
          </a:gradFill>
          <a:ln>
            <a:noFill/>
          </a:ln>
          <a:effectLst/>
        </c:spPr>
      </c:pivotFmt>
      <c:pivotFmt>
        <c:idx val="112"/>
        <c:spPr>
          <a:gradFill rotWithShape="1">
            <a:gsLst>
              <a:gs pos="0">
                <a:schemeClr val="accent6">
                  <a:tint val="60000"/>
                  <a:satMod val="103000"/>
                  <a:lumMod val="102000"/>
                  <a:tint val="94000"/>
                </a:schemeClr>
              </a:gs>
              <a:gs pos="50000">
                <a:schemeClr val="accent6">
                  <a:tint val="60000"/>
                  <a:satMod val="110000"/>
                  <a:lumMod val="100000"/>
                  <a:shade val="100000"/>
                </a:schemeClr>
              </a:gs>
              <a:gs pos="100000">
                <a:schemeClr val="accent6">
                  <a:tint val="60000"/>
                  <a:lumMod val="99000"/>
                  <a:satMod val="120000"/>
                  <a:shade val="78000"/>
                </a:schemeClr>
              </a:gs>
            </a:gsLst>
            <a:lin ang="5400000" scaled="0"/>
          </a:gradFill>
          <a:ln>
            <a:noFill/>
          </a:ln>
          <a:effectLst/>
        </c:spPr>
      </c:pivotFmt>
      <c:pivotFmt>
        <c:idx val="113"/>
        <c:spPr>
          <a:gradFill rotWithShape="1">
            <a:gsLst>
              <a:gs pos="0">
                <a:schemeClr val="accent6">
                  <a:tint val="59000"/>
                  <a:satMod val="103000"/>
                  <a:lumMod val="102000"/>
                  <a:tint val="94000"/>
                </a:schemeClr>
              </a:gs>
              <a:gs pos="50000">
                <a:schemeClr val="accent6">
                  <a:tint val="59000"/>
                  <a:satMod val="110000"/>
                  <a:lumMod val="100000"/>
                  <a:shade val="100000"/>
                </a:schemeClr>
              </a:gs>
              <a:gs pos="100000">
                <a:schemeClr val="accent6">
                  <a:tint val="59000"/>
                  <a:lumMod val="99000"/>
                  <a:satMod val="120000"/>
                  <a:shade val="78000"/>
                </a:schemeClr>
              </a:gs>
            </a:gsLst>
            <a:lin ang="5400000" scaled="0"/>
          </a:gradFill>
          <a:ln>
            <a:noFill/>
          </a:ln>
          <a:effectLst/>
        </c:spPr>
      </c:pivotFmt>
      <c:pivotFmt>
        <c:idx val="114"/>
        <c:spPr>
          <a:gradFill rotWithShape="1">
            <a:gsLst>
              <a:gs pos="0">
                <a:schemeClr val="accent6">
                  <a:tint val="58000"/>
                  <a:satMod val="103000"/>
                  <a:lumMod val="102000"/>
                  <a:tint val="94000"/>
                </a:schemeClr>
              </a:gs>
              <a:gs pos="50000">
                <a:schemeClr val="accent6">
                  <a:tint val="58000"/>
                  <a:satMod val="110000"/>
                  <a:lumMod val="100000"/>
                  <a:shade val="100000"/>
                </a:schemeClr>
              </a:gs>
              <a:gs pos="100000">
                <a:schemeClr val="accent6">
                  <a:tint val="58000"/>
                  <a:lumMod val="99000"/>
                  <a:satMod val="120000"/>
                  <a:shade val="78000"/>
                </a:schemeClr>
              </a:gs>
            </a:gsLst>
            <a:lin ang="5400000" scaled="0"/>
          </a:gradFill>
          <a:ln>
            <a:noFill/>
          </a:ln>
          <a:effectLst/>
        </c:spPr>
      </c:pivotFmt>
      <c:pivotFmt>
        <c:idx val="115"/>
        <c:spPr>
          <a:gradFill rotWithShape="1">
            <a:gsLst>
              <a:gs pos="0">
                <a:schemeClr val="accent6">
                  <a:tint val="57000"/>
                  <a:satMod val="103000"/>
                  <a:lumMod val="102000"/>
                  <a:tint val="94000"/>
                </a:schemeClr>
              </a:gs>
              <a:gs pos="50000">
                <a:schemeClr val="accent6">
                  <a:tint val="57000"/>
                  <a:satMod val="110000"/>
                  <a:lumMod val="100000"/>
                  <a:shade val="100000"/>
                </a:schemeClr>
              </a:gs>
              <a:gs pos="100000">
                <a:schemeClr val="accent6">
                  <a:tint val="57000"/>
                  <a:lumMod val="99000"/>
                  <a:satMod val="120000"/>
                  <a:shade val="78000"/>
                </a:schemeClr>
              </a:gs>
            </a:gsLst>
            <a:lin ang="5400000" scaled="0"/>
          </a:gradFill>
          <a:ln>
            <a:noFill/>
          </a:ln>
          <a:effectLst/>
        </c:spPr>
      </c:pivotFmt>
      <c:pivotFmt>
        <c:idx val="116"/>
        <c:spPr>
          <a:gradFill rotWithShape="1">
            <a:gsLst>
              <a:gs pos="0">
                <a:schemeClr val="accent6">
                  <a:tint val="56000"/>
                  <a:satMod val="103000"/>
                  <a:lumMod val="102000"/>
                  <a:tint val="94000"/>
                </a:schemeClr>
              </a:gs>
              <a:gs pos="50000">
                <a:schemeClr val="accent6">
                  <a:tint val="56000"/>
                  <a:satMod val="110000"/>
                  <a:lumMod val="100000"/>
                  <a:shade val="100000"/>
                </a:schemeClr>
              </a:gs>
              <a:gs pos="100000">
                <a:schemeClr val="accent6">
                  <a:tint val="56000"/>
                  <a:lumMod val="99000"/>
                  <a:satMod val="120000"/>
                  <a:shade val="78000"/>
                </a:schemeClr>
              </a:gs>
            </a:gsLst>
            <a:lin ang="5400000" scaled="0"/>
          </a:gradFill>
          <a:ln>
            <a:noFill/>
          </a:ln>
          <a:effectLst/>
        </c:spPr>
      </c:pivotFmt>
      <c:pivotFmt>
        <c:idx val="117"/>
        <c:spPr>
          <a:gradFill rotWithShape="1">
            <a:gsLst>
              <a:gs pos="0">
                <a:schemeClr val="accent6">
                  <a:tint val="55000"/>
                  <a:satMod val="103000"/>
                  <a:lumMod val="102000"/>
                  <a:tint val="94000"/>
                </a:schemeClr>
              </a:gs>
              <a:gs pos="50000">
                <a:schemeClr val="accent6">
                  <a:tint val="55000"/>
                  <a:satMod val="110000"/>
                  <a:lumMod val="100000"/>
                  <a:shade val="100000"/>
                </a:schemeClr>
              </a:gs>
              <a:gs pos="100000">
                <a:schemeClr val="accent6">
                  <a:tint val="55000"/>
                  <a:lumMod val="99000"/>
                  <a:satMod val="120000"/>
                  <a:shade val="78000"/>
                </a:schemeClr>
              </a:gs>
            </a:gsLst>
            <a:lin ang="5400000" scaled="0"/>
          </a:gradFill>
          <a:ln>
            <a:noFill/>
          </a:ln>
          <a:effectLst/>
        </c:spPr>
      </c:pivotFmt>
      <c:pivotFmt>
        <c:idx val="118"/>
        <c:spPr>
          <a:gradFill rotWithShape="1">
            <a:gsLst>
              <a:gs pos="0">
                <a:schemeClr val="accent6">
                  <a:tint val="54000"/>
                  <a:satMod val="103000"/>
                  <a:lumMod val="102000"/>
                  <a:tint val="94000"/>
                </a:schemeClr>
              </a:gs>
              <a:gs pos="50000">
                <a:schemeClr val="accent6">
                  <a:tint val="54000"/>
                  <a:satMod val="110000"/>
                  <a:lumMod val="100000"/>
                  <a:shade val="100000"/>
                </a:schemeClr>
              </a:gs>
              <a:gs pos="100000">
                <a:schemeClr val="accent6">
                  <a:tint val="54000"/>
                  <a:lumMod val="99000"/>
                  <a:satMod val="120000"/>
                  <a:shade val="78000"/>
                </a:schemeClr>
              </a:gs>
            </a:gsLst>
            <a:lin ang="5400000" scaled="0"/>
          </a:gradFill>
          <a:ln>
            <a:noFill/>
          </a:ln>
          <a:effectLst/>
        </c:spPr>
      </c:pivotFmt>
      <c:pivotFmt>
        <c:idx val="119"/>
        <c:spPr>
          <a:gradFill rotWithShape="1">
            <a:gsLst>
              <a:gs pos="0">
                <a:schemeClr val="accent6">
                  <a:tint val="53000"/>
                  <a:satMod val="103000"/>
                  <a:lumMod val="102000"/>
                  <a:tint val="94000"/>
                </a:schemeClr>
              </a:gs>
              <a:gs pos="50000">
                <a:schemeClr val="accent6">
                  <a:tint val="53000"/>
                  <a:satMod val="110000"/>
                  <a:lumMod val="100000"/>
                  <a:shade val="100000"/>
                </a:schemeClr>
              </a:gs>
              <a:gs pos="100000">
                <a:schemeClr val="accent6">
                  <a:tint val="53000"/>
                  <a:lumMod val="99000"/>
                  <a:satMod val="120000"/>
                  <a:shade val="78000"/>
                </a:schemeClr>
              </a:gs>
            </a:gsLst>
            <a:lin ang="5400000" scaled="0"/>
          </a:gradFill>
          <a:ln>
            <a:noFill/>
          </a:ln>
          <a:effectLst/>
        </c:spPr>
      </c:pivotFmt>
      <c:pivotFmt>
        <c:idx val="120"/>
        <c:spPr>
          <a:gradFill rotWithShape="1">
            <a:gsLst>
              <a:gs pos="0">
                <a:schemeClr val="accent6">
                  <a:tint val="52000"/>
                  <a:satMod val="103000"/>
                  <a:lumMod val="102000"/>
                  <a:tint val="94000"/>
                </a:schemeClr>
              </a:gs>
              <a:gs pos="50000">
                <a:schemeClr val="accent6">
                  <a:tint val="52000"/>
                  <a:satMod val="110000"/>
                  <a:lumMod val="100000"/>
                  <a:shade val="100000"/>
                </a:schemeClr>
              </a:gs>
              <a:gs pos="100000">
                <a:schemeClr val="accent6">
                  <a:tint val="52000"/>
                  <a:lumMod val="99000"/>
                  <a:satMod val="120000"/>
                  <a:shade val="78000"/>
                </a:schemeClr>
              </a:gs>
            </a:gsLst>
            <a:lin ang="5400000" scaled="0"/>
          </a:gradFill>
          <a:ln>
            <a:noFill/>
          </a:ln>
          <a:effectLst/>
        </c:spPr>
      </c:pivotFmt>
      <c:pivotFmt>
        <c:idx val="121"/>
        <c:spPr>
          <a:gradFill rotWithShape="1">
            <a:gsLst>
              <a:gs pos="0">
                <a:schemeClr val="accent6">
                  <a:tint val="51000"/>
                  <a:satMod val="103000"/>
                  <a:lumMod val="102000"/>
                  <a:tint val="94000"/>
                </a:schemeClr>
              </a:gs>
              <a:gs pos="50000">
                <a:schemeClr val="accent6">
                  <a:tint val="51000"/>
                  <a:satMod val="110000"/>
                  <a:lumMod val="100000"/>
                  <a:shade val="100000"/>
                </a:schemeClr>
              </a:gs>
              <a:gs pos="100000">
                <a:schemeClr val="accent6">
                  <a:tint val="51000"/>
                  <a:lumMod val="99000"/>
                  <a:satMod val="120000"/>
                  <a:shade val="78000"/>
                </a:schemeClr>
              </a:gs>
            </a:gsLst>
            <a:lin ang="5400000" scaled="0"/>
          </a:gradFill>
          <a:ln>
            <a:noFill/>
          </a:ln>
          <a:effectLst/>
        </c:spPr>
      </c:pivotFmt>
      <c:pivotFmt>
        <c:idx val="122"/>
        <c:spPr>
          <a:gradFill rotWithShape="1">
            <a:gsLst>
              <a:gs pos="0">
                <a:schemeClr val="accent6">
                  <a:tint val="50000"/>
                  <a:satMod val="103000"/>
                  <a:lumMod val="102000"/>
                  <a:tint val="94000"/>
                </a:schemeClr>
              </a:gs>
              <a:gs pos="50000">
                <a:schemeClr val="accent6">
                  <a:tint val="50000"/>
                  <a:satMod val="110000"/>
                  <a:lumMod val="100000"/>
                  <a:shade val="100000"/>
                </a:schemeClr>
              </a:gs>
              <a:gs pos="100000">
                <a:schemeClr val="accent6">
                  <a:tint val="50000"/>
                  <a:lumMod val="99000"/>
                  <a:satMod val="120000"/>
                  <a:shade val="78000"/>
                </a:schemeClr>
              </a:gs>
            </a:gsLst>
            <a:lin ang="5400000" scaled="0"/>
          </a:gradFill>
          <a:ln>
            <a:noFill/>
          </a:ln>
          <a:effectLst/>
        </c:spPr>
      </c:pivotFmt>
      <c:pivotFmt>
        <c:idx val="123"/>
        <c:spPr>
          <a:gradFill rotWithShape="1">
            <a:gsLst>
              <a:gs pos="0">
                <a:schemeClr val="accent6">
                  <a:tint val="49000"/>
                  <a:satMod val="103000"/>
                  <a:lumMod val="102000"/>
                  <a:tint val="94000"/>
                </a:schemeClr>
              </a:gs>
              <a:gs pos="50000">
                <a:schemeClr val="accent6">
                  <a:tint val="49000"/>
                  <a:satMod val="110000"/>
                  <a:lumMod val="100000"/>
                  <a:shade val="100000"/>
                </a:schemeClr>
              </a:gs>
              <a:gs pos="100000">
                <a:schemeClr val="accent6">
                  <a:tint val="49000"/>
                  <a:lumMod val="99000"/>
                  <a:satMod val="120000"/>
                  <a:shade val="78000"/>
                </a:schemeClr>
              </a:gs>
            </a:gsLst>
            <a:lin ang="5400000" scaled="0"/>
          </a:gradFill>
          <a:ln>
            <a:noFill/>
          </a:ln>
          <a:effectLst/>
        </c:spPr>
      </c:pivotFmt>
      <c:pivotFmt>
        <c:idx val="124"/>
        <c:spPr>
          <a:gradFill rotWithShape="1">
            <a:gsLst>
              <a:gs pos="0">
                <a:schemeClr val="accent6">
                  <a:tint val="48000"/>
                  <a:satMod val="103000"/>
                  <a:lumMod val="102000"/>
                  <a:tint val="94000"/>
                </a:schemeClr>
              </a:gs>
              <a:gs pos="50000">
                <a:schemeClr val="accent6">
                  <a:tint val="48000"/>
                  <a:satMod val="110000"/>
                  <a:lumMod val="100000"/>
                  <a:shade val="100000"/>
                </a:schemeClr>
              </a:gs>
              <a:gs pos="100000">
                <a:schemeClr val="accent6">
                  <a:tint val="48000"/>
                  <a:lumMod val="99000"/>
                  <a:satMod val="120000"/>
                  <a:shade val="78000"/>
                </a:schemeClr>
              </a:gs>
            </a:gsLst>
            <a:lin ang="5400000" scaled="0"/>
          </a:gradFill>
          <a:ln>
            <a:noFill/>
          </a:ln>
          <a:effectLst/>
        </c:spPr>
      </c:pivotFmt>
      <c:pivotFmt>
        <c:idx val="125"/>
        <c:spPr>
          <a:gradFill rotWithShape="1">
            <a:gsLst>
              <a:gs pos="0">
                <a:schemeClr val="accent6">
                  <a:tint val="47000"/>
                  <a:satMod val="103000"/>
                  <a:lumMod val="102000"/>
                  <a:tint val="94000"/>
                </a:schemeClr>
              </a:gs>
              <a:gs pos="50000">
                <a:schemeClr val="accent6">
                  <a:tint val="47000"/>
                  <a:satMod val="110000"/>
                  <a:lumMod val="100000"/>
                  <a:shade val="100000"/>
                </a:schemeClr>
              </a:gs>
              <a:gs pos="100000">
                <a:schemeClr val="accent6">
                  <a:tint val="47000"/>
                  <a:lumMod val="99000"/>
                  <a:satMod val="120000"/>
                  <a:shade val="78000"/>
                </a:schemeClr>
              </a:gs>
            </a:gsLst>
            <a:lin ang="5400000" scaled="0"/>
          </a:gradFill>
          <a:ln>
            <a:noFill/>
          </a:ln>
          <a:effectLst/>
        </c:spPr>
      </c:pivotFmt>
      <c:pivotFmt>
        <c:idx val="126"/>
        <c:spPr>
          <a:gradFill rotWithShape="1">
            <a:gsLst>
              <a:gs pos="0">
                <a:schemeClr val="accent6">
                  <a:tint val="46000"/>
                  <a:satMod val="103000"/>
                  <a:lumMod val="102000"/>
                  <a:tint val="94000"/>
                </a:schemeClr>
              </a:gs>
              <a:gs pos="50000">
                <a:schemeClr val="accent6">
                  <a:tint val="46000"/>
                  <a:satMod val="110000"/>
                  <a:lumMod val="100000"/>
                  <a:shade val="100000"/>
                </a:schemeClr>
              </a:gs>
              <a:gs pos="100000">
                <a:schemeClr val="accent6">
                  <a:tint val="46000"/>
                  <a:lumMod val="99000"/>
                  <a:satMod val="120000"/>
                  <a:shade val="78000"/>
                </a:schemeClr>
              </a:gs>
            </a:gsLst>
            <a:lin ang="5400000" scaled="0"/>
          </a:gradFill>
          <a:ln>
            <a:noFill/>
          </a:ln>
          <a:effectLst/>
        </c:spPr>
      </c:pivotFmt>
      <c:pivotFmt>
        <c:idx val="127"/>
        <c:spPr>
          <a:gradFill rotWithShape="1">
            <a:gsLst>
              <a:gs pos="0">
                <a:schemeClr val="accent6">
                  <a:tint val="45000"/>
                  <a:satMod val="103000"/>
                  <a:lumMod val="102000"/>
                  <a:tint val="94000"/>
                </a:schemeClr>
              </a:gs>
              <a:gs pos="50000">
                <a:schemeClr val="accent6">
                  <a:tint val="45000"/>
                  <a:satMod val="110000"/>
                  <a:lumMod val="100000"/>
                  <a:shade val="100000"/>
                </a:schemeClr>
              </a:gs>
              <a:gs pos="100000">
                <a:schemeClr val="accent6">
                  <a:tint val="45000"/>
                  <a:lumMod val="99000"/>
                  <a:satMod val="120000"/>
                  <a:shade val="78000"/>
                </a:schemeClr>
              </a:gs>
            </a:gsLst>
            <a:lin ang="5400000" scaled="0"/>
          </a:gradFill>
          <a:ln>
            <a:noFill/>
          </a:ln>
          <a:effectLst/>
        </c:spPr>
      </c:pivotFmt>
      <c:pivotFmt>
        <c:idx val="128"/>
        <c:spPr>
          <a:gradFill rotWithShape="1">
            <a:gsLst>
              <a:gs pos="0">
                <a:schemeClr val="accent6">
                  <a:tint val="44000"/>
                  <a:satMod val="103000"/>
                  <a:lumMod val="102000"/>
                  <a:tint val="94000"/>
                </a:schemeClr>
              </a:gs>
              <a:gs pos="50000">
                <a:schemeClr val="accent6">
                  <a:tint val="44000"/>
                  <a:satMod val="110000"/>
                  <a:lumMod val="100000"/>
                  <a:shade val="100000"/>
                </a:schemeClr>
              </a:gs>
              <a:gs pos="100000">
                <a:schemeClr val="accent6">
                  <a:tint val="44000"/>
                  <a:lumMod val="99000"/>
                  <a:satMod val="120000"/>
                  <a:shade val="78000"/>
                </a:schemeClr>
              </a:gs>
            </a:gsLst>
            <a:lin ang="5400000" scaled="0"/>
          </a:gradFill>
          <a:ln>
            <a:noFill/>
          </a:ln>
          <a:effectLst/>
        </c:spPr>
      </c:pivotFmt>
      <c:pivotFmt>
        <c:idx val="129"/>
        <c:spPr>
          <a:gradFill rotWithShape="1">
            <a:gsLst>
              <a:gs pos="0">
                <a:schemeClr val="accent6">
                  <a:tint val="43000"/>
                  <a:satMod val="103000"/>
                  <a:lumMod val="102000"/>
                  <a:tint val="94000"/>
                </a:schemeClr>
              </a:gs>
              <a:gs pos="50000">
                <a:schemeClr val="accent6">
                  <a:tint val="43000"/>
                  <a:satMod val="110000"/>
                  <a:lumMod val="100000"/>
                  <a:shade val="100000"/>
                </a:schemeClr>
              </a:gs>
              <a:gs pos="100000">
                <a:schemeClr val="accent6">
                  <a:tint val="43000"/>
                  <a:lumMod val="99000"/>
                  <a:satMod val="120000"/>
                  <a:shade val="78000"/>
                </a:schemeClr>
              </a:gs>
            </a:gsLst>
            <a:lin ang="5400000" scaled="0"/>
          </a:gradFill>
          <a:ln>
            <a:noFill/>
          </a:ln>
          <a:effectLst/>
        </c:spPr>
      </c:pivotFmt>
      <c:pivotFmt>
        <c:idx val="130"/>
        <c:spPr>
          <a:gradFill rotWithShape="1">
            <a:gsLst>
              <a:gs pos="0">
                <a:schemeClr val="accent6">
                  <a:tint val="42000"/>
                  <a:satMod val="103000"/>
                  <a:lumMod val="102000"/>
                  <a:tint val="94000"/>
                </a:schemeClr>
              </a:gs>
              <a:gs pos="50000">
                <a:schemeClr val="accent6">
                  <a:tint val="42000"/>
                  <a:satMod val="110000"/>
                  <a:lumMod val="100000"/>
                  <a:shade val="100000"/>
                </a:schemeClr>
              </a:gs>
              <a:gs pos="100000">
                <a:schemeClr val="accent6">
                  <a:tint val="42000"/>
                  <a:lumMod val="99000"/>
                  <a:satMod val="120000"/>
                  <a:shade val="78000"/>
                </a:schemeClr>
              </a:gs>
            </a:gsLst>
            <a:lin ang="5400000" scaled="0"/>
          </a:gradFill>
          <a:ln>
            <a:noFill/>
          </a:ln>
          <a:effectLst/>
        </c:spPr>
      </c:pivotFmt>
      <c:pivotFmt>
        <c:idx val="131"/>
        <c:spPr>
          <a:gradFill rotWithShape="1">
            <a:gsLst>
              <a:gs pos="0">
                <a:schemeClr val="accent6">
                  <a:tint val="41000"/>
                  <a:satMod val="103000"/>
                  <a:lumMod val="102000"/>
                  <a:tint val="94000"/>
                </a:schemeClr>
              </a:gs>
              <a:gs pos="50000">
                <a:schemeClr val="accent6">
                  <a:tint val="41000"/>
                  <a:satMod val="110000"/>
                  <a:lumMod val="100000"/>
                  <a:shade val="100000"/>
                </a:schemeClr>
              </a:gs>
              <a:gs pos="100000">
                <a:schemeClr val="accent6">
                  <a:tint val="41000"/>
                  <a:lumMod val="99000"/>
                  <a:satMod val="120000"/>
                  <a:shade val="78000"/>
                </a:schemeClr>
              </a:gs>
            </a:gsLst>
            <a:lin ang="5400000" scaled="0"/>
          </a:gradFill>
          <a:ln>
            <a:noFill/>
          </a:ln>
          <a:effectLst/>
        </c:spPr>
      </c:pivotFmt>
      <c:pivotFmt>
        <c:idx val="132"/>
        <c:spPr>
          <a:gradFill rotWithShape="1">
            <a:gsLst>
              <a:gs pos="0">
                <a:schemeClr val="accent6">
                  <a:tint val="40000"/>
                  <a:satMod val="103000"/>
                  <a:lumMod val="102000"/>
                  <a:tint val="94000"/>
                </a:schemeClr>
              </a:gs>
              <a:gs pos="50000">
                <a:schemeClr val="accent6">
                  <a:tint val="40000"/>
                  <a:satMod val="110000"/>
                  <a:lumMod val="100000"/>
                  <a:shade val="100000"/>
                </a:schemeClr>
              </a:gs>
              <a:gs pos="100000">
                <a:schemeClr val="accent6">
                  <a:tint val="40000"/>
                  <a:lumMod val="99000"/>
                  <a:satMod val="120000"/>
                  <a:shade val="78000"/>
                </a:schemeClr>
              </a:gs>
            </a:gsLst>
            <a:lin ang="5400000" scaled="0"/>
          </a:gradFill>
          <a:ln>
            <a:noFill/>
          </a:ln>
          <a:effectLst/>
        </c:spPr>
      </c:pivotFmt>
      <c:pivotFmt>
        <c:idx val="133"/>
        <c:spPr>
          <a:gradFill rotWithShape="1">
            <a:gsLst>
              <a:gs pos="0">
                <a:schemeClr val="accent6">
                  <a:tint val="39000"/>
                  <a:satMod val="103000"/>
                  <a:lumMod val="102000"/>
                  <a:tint val="94000"/>
                </a:schemeClr>
              </a:gs>
              <a:gs pos="50000">
                <a:schemeClr val="accent6">
                  <a:tint val="39000"/>
                  <a:satMod val="110000"/>
                  <a:lumMod val="100000"/>
                  <a:shade val="100000"/>
                </a:schemeClr>
              </a:gs>
              <a:gs pos="100000">
                <a:schemeClr val="accent6">
                  <a:tint val="39000"/>
                  <a:lumMod val="99000"/>
                  <a:satMod val="120000"/>
                  <a:shade val="78000"/>
                </a:schemeClr>
              </a:gs>
            </a:gsLst>
            <a:lin ang="5400000" scaled="0"/>
          </a:gradFill>
          <a:ln>
            <a:noFill/>
          </a:ln>
          <a:effectLst/>
        </c:spPr>
      </c:pivotFmt>
      <c:pivotFmt>
        <c:idx val="134"/>
        <c:spPr>
          <a:gradFill rotWithShape="1">
            <a:gsLst>
              <a:gs pos="0">
                <a:schemeClr val="accent6">
                  <a:tint val="38000"/>
                  <a:satMod val="103000"/>
                  <a:lumMod val="102000"/>
                  <a:tint val="94000"/>
                </a:schemeClr>
              </a:gs>
              <a:gs pos="50000">
                <a:schemeClr val="accent6">
                  <a:tint val="38000"/>
                  <a:satMod val="110000"/>
                  <a:lumMod val="100000"/>
                  <a:shade val="100000"/>
                </a:schemeClr>
              </a:gs>
              <a:gs pos="100000">
                <a:schemeClr val="accent6">
                  <a:tint val="38000"/>
                  <a:lumMod val="99000"/>
                  <a:satMod val="120000"/>
                  <a:shade val="78000"/>
                </a:schemeClr>
              </a:gs>
            </a:gsLst>
            <a:lin ang="5400000" scaled="0"/>
          </a:gradFill>
          <a:ln>
            <a:noFill/>
          </a:ln>
          <a:effectLst/>
        </c:spPr>
      </c:pivotFmt>
      <c:pivotFmt>
        <c:idx val="135"/>
        <c:spPr>
          <a:gradFill rotWithShape="1">
            <a:gsLst>
              <a:gs pos="0">
                <a:schemeClr val="accent6">
                  <a:tint val="37000"/>
                  <a:satMod val="103000"/>
                  <a:lumMod val="102000"/>
                  <a:tint val="94000"/>
                </a:schemeClr>
              </a:gs>
              <a:gs pos="50000">
                <a:schemeClr val="accent6">
                  <a:tint val="37000"/>
                  <a:satMod val="110000"/>
                  <a:lumMod val="100000"/>
                  <a:shade val="100000"/>
                </a:schemeClr>
              </a:gs>
              <a:gs pos="100000">
                <a:schemeClr val="accent6">
                  <a:tint val="37000"/>
                  <a:lumMod val="99000"/>
                  <a:satMod val="120000"/>
                  <a:shade val="78000"/>
                </a:schemeClr>
              </a:gs>
            </a:gsLst>
            <a:lin ang="5400000" scaled="0"/>
          </a:gradFill>
          <a:ln>
            <a:noFill/>
          </a:ln>
          <a:effectLst/>
        </c:spPr>
      </c:pivotFmt>
      <c:pivotFmt>
        <c:idx val="136"/>
        <c:spPr>
          <a:gradFill rotWithShape="1">
            <a:gsLst>
              <a:gs pos="0">
                <a:schemeClr val="accent6">
                  <a:tint val="36000"/>
                  <a:satMod val="103000"/>
                  <a:lumMod val="102000"/>
                  <a:tint val="94000"/>
                </a:schemeClr>
              </a:gs>
              <a:gs pos="50000">
                <a:schemeClr val="accent6">
                  <a:tint val="36000"/>
                  <a:satMod val="110000"/>
                  <a:lumMod val="100000"/>
                  <a:shade val="100000"/>
                </a:schemeClr>
              </a:gs>
              <a:gs pos="100000">
                <a:schemeClr val="accent6">
                  <a:tint val="36000"/>
                  <a:lumMod val="99000"/>
                  <a:satMod val="120000"/>
                  <a:shade val="78000"/>
                </a:schemeClr>
              </a:gs>
            </a:gsLst>
            <a:lin ang="5400000" scaled="0"/>
          </a:gradFill>
          <a:ln>
            <a:noFill/>
          </a:ln>
          <a:effectLst/>
        </c:spPr>
      </c:pivotFmt>
      <c:pivotFmt>
        <c:idx val="137"/>
        <c:spPr>
          <a:gradFill rotWithShape="1">
            <a:gsLst>
              <a:gs pos="0">
                <a:schemeClr val="accent6">
                  <a:tint val="35000"/>
                  <a:satMod val="103000"/>
                  <a:lumMod val="102000"/>
                  <a:tint val="94000"/>
                </a:schemeClr>
              </a:gs>
              <a:gs pos="50000">
                <a:schemeClr val="accent6">
                  <a:tint val="35000"/>
                  <a:satMod val="110000"/>
                  <a:lumMod val="100000"/>
                  <a:shade val="100000"/>
                </a:schemeClr>
              </a:gs>
              <a:gs pos="100000">
                <a:schemeClr val="accent6">
                  <a:tint val="35000"/>
                  <a:lumMod val="99000"/>
                  <a:satMod val="120000"/>
                  <a:shade val="78000"/>
                </a:schemeClr>
              </a:gs>
            </a:gsLst>
            <a:lin ang="5400000" scaled="0"/>
          </a:gradFill>
          <a:ln>
            <a:noFill/>
          </a:ln>
          <a:effectLst/>
        </c:spPr>
      </c:pivotFmt>
      <c:pivotFmt>
        <c:idx val="138"/>
        <c:spPr>
          <a:gradFill rotWithShape="1">
            <a:gsLst>
              <a:gs pos="0">
                <a:schemeClr val="accent6">
                  <a:tint val="34000"/>
                  <a:satMod val="103000"/>
                  <a:lumMod val="102000"/>
                  <a:tint val="94000"/>
                </a:schemeClr>
              </a:gs>
              <a:gs pos="50000">
                <a:schemeClr val="accent6">
                  <a:tint val="34000"/>
                  <a:satMod val="110000"/>
                  <a:lumMod val="100000"/>
                  <a:shade val="100000"/>
                </a:schemeClr>
              </a:gs>
              <a:gs pos="100000">
                <a:schemeClr val="accent6">
                  <a:tint val="34000"/>
                  <a:lumMod val="99000"/>
                  <a:satMod val="120000"/>
                  <a:shade val="78000"/>
                </a:schemeClr>
              </a:gs>
            </a:gsLst>
            <a:lin ang="5400000" scaled="0"/>
          </a:gradFill>
          <a:ln>
            <a:noFill/>
          </a:ln>
          <a:effectLst/>
        </c:spPr>
      </c:pivotFmt>
      <c:pivotFmt>
        <c:idx val="139"/>
        <c:spPr>
          <a:gradFill rotWithShape="1">
            <a:gsLst>
              <a:gs pos="0">
                <a:schemeClr val="accent6">
                  <a:tint val="33000"/>
                  <a:satMod val="103000"/>
                  <a:lumMod val="102000"/>
                  <a:tint val="94000"/>
                </a:schemeClr>
              </a:gs>
              <a:gs pos="50000">
                <a:schemeClr val="accent6">
                  <a:tint val="33000"/>
                  <a:satMod val="110000"/>
                  <a:lumMod val="100000"/>
                  <a:shade val="100000"/>
                </a:schemeClr>
              </a:gs>
              <a:gs pos="100000">
                <a:schemeClr val="accent6">
                  <a:tint val="33000"/>
                  <a:lumMod val="99000"/>
                  <a:satMod val="120000"/>
                  <a:shade val="78000"/>
                </a:schemeClr>
              </a:gs>
            </a:gsLst>
            <a:lin ang="5400000" scaled="0"/>
          </a:gradFill>
          <a:ln>
            <a:noFill/>
          </a:ln>
          <a:effectLst/>
        </c:spPr>
      </c:pivotFmt>
      <c:pivotFmt>
        <c:idx val="140"/>
        <c:spPr>
          <a:gradFill rotWithShape="1">
            <a:gsLst>
              <a:gs pos="0">
                <a:schemeClr val="accent6">
                  <a:tint val="32000"/>
                  <a:satMod val="103000"/>
                  <a:lumMod val="102000"/>
                  <a:tint val="94000"/>
                </a:schemeClr>
              </a:gs>
              <a:gs pos="50000">
                <a:schemeClr val="accent6">
                  <a:tint val="32000"/>
                  <a:satMod val="110000"/>
                  <a:lumMod val="100000"/>
                  <a:shade val="100000"/>
                </a:schemeClr>
              </a:gs>
              <a:gs pos="100000">
                <a:schemeClr val="accent6">
                  <a:tint val="32000"/>
                  <a:lumMod val="99000"/>
                  <a:satMod val="120000"/>
                  <a:shade val="78000"/>
                </a:schemeClr>
              </a:gs>
            </a:gsLst>
            <a:lin ang="5400000" scaled="0"/>
          </a:gradFill>
          <a:ln>
            <a:noFill/>
          </a:ln>
          <a:effectLst/>
        </c:spPr>
      </c:pivotFmt>
      <c:pivotFmt>
        <c:idx val="141"/>
        <c:spPr>
          <a:gradFill rotWithShape="1">
            <a:gsLst>
              <a:gs pos="0">
                <a:schemeClr val="accent6">
                  <a:tint val="31000"/>
                  <a:satMod val="103000"/>
                  <a:lumMod val="102000"/>
                  <a:tint val="94000"/>
                </a:schemeClr>
              </a:gs>
              <a:gs pos="50000">
                <a:schemeClr val="accent6">
                  <a:tint val="31000"/>
                  <a:satMod val="110000"/>
                  <a:lumMod val="100000"/>
                  <a:shade val="100000"/>
                </a:schemeClr>
              </a:gs>
              <a:gs pos="100000">
                <a:schemeClr val="accent6">
                  <a:tint val="31000"/>
                  <a:lumMod val="99000"/>
                  <a:satMod val="120000"/>
                  <a:shade val="78000"/>
                </a:schemeClr>
              </a:gs>
            </a:gsLst>
            <a:lin ang="5400000" scaled="0"/>
          </a:gradFill>
          <a:ln>
            <a:noFill/>
          </a:ln>
          <a:effectLst/>
        </c:spPr>
      </c:pivotFmt>
      <c:pivotFmt>
        <c:idx val="14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3"/>
        <c:spPr>
          <a:gradFill rotWithShape="1">
            <a:gsLst>
              <a:gs pos="0">
                <a:schemeClr val="accent6">
                  <a:shade val="30000"/>
                  <a:satMod val="103000"/>
                  <a:lumMod val="102000"/>
                  <a:tint val="94000"/>
                </a:schemeClr>
              </a:gs>
              <a:gs pos="50000">
                <a:schemeClr val="accent6">
                  <a:shade val="30000"/>
                  <a:satMod val="110000"/>
                  <a:lumMod val="100000"/>
                  <a:shade val="100000"/>
                </a:schemeClr>
              </a:gs>
              <a:gs pos="100000">
                <a:schemeClr val="accent6">
                  <a:shade val="30000"/>
                  <a:lumMod val="99000"/>
                  <a:satMod val="120000"/>
                  <a:shade val="78000"/>
                </a:schemeClr>
              </a:gs>
            </a:gsLst>
            <a:lin ang="5400000" scaled="0"/>
          </a:gradFill>
          <a:ln>
            <a:noFill/>
          </a:ln>
          <a:effectLst/>
        </c:spPr>
      </c:pivotFmt>
      <c:pivotFmt>
        <c:idx val="144"/>
        <c:spPr>
          <a:gradFill rotWithShape="1">
            <a:gsLst>
              <a:gs pos="0">
                <a:schemeClr val="accent6">
                  <a:shade val="31000"/>
                  <a:satMod val="103000"/>
                  <a:lumMod val="102000"/>
                  <a:tint val="94000"/>
                </a:schemeClr>
              </a:gs>
              <a:gs pos="50000">
                <a:schemeClr val="accent6">
                  <a:shade val="31000"/>
                  <a:satMod val="110000"/>
                  <a:lumMod val="100000"/>
                  <a:shade val="100000"/>
                </a:schemeClr>
              </a:gs>
              <a:gs pos="100000">
                <a:schemeClr val="accent6">
                  <a:shade val="31000"/>
                  <a:lumMod val="99000"/>
                  <a:satMod val="120000"/>
                  <a:shade val="78000"/>
                </a:schemeClr>
              </a:gs>
            </a:gsLst>
            <a:lin ang="5400000" scaled="0"/>
          </a:gradFill>
          <a:ln>
            <a:noFill/>
          </a:ln>
          <a:effectLst/>
        </c:spPr>
      </c:pivotFmt>
      <c:pivotFmt>
        <c:idx val="145"/>
        <c:spPr>
          <a:gradFill rotWithShape="1">
            <a:gsLst>
              <a:gs pos="0">
                <a:schemeClr val="accent6">
                  <a:shade val="32000"/>
                  <a:satMod val="103000"/>
                  <a:lumMod val="102000"/>
                  <a:tint val="94000"/>
                </a:schemeClr>
              </a:gs>
              <a:gs pos="50000">
                <a:schemeClr val="accent6">
                  <a:shade val="32000"/>
                  <a:satMod val="110000"/>
                  <a:lumMod val="100000"/>
                  <a:shade val="100000"/>
                </a:schemeClr>
              </a:gs>
              <a:gs pos="100000">
                <a:schemeClr val="accent6">
                  <a:shade val="32000"/>
                  <a:lumMod val="99000"/>
                  <a:satMod val="120000"/>
                  <a:shade val="78000"/>
                </a:schemeClr>
              </a:gs>
            </a:gsLst>
            <a:lin ang="5400000" scaled="0"/>
          </a:gradFill>
          <a:ln>
            <a:noFill/>
          </a:ln>
          <a:effectLst/>
        </c:spPr>
      </c:pivotFmt>
      <c:pivotFmt>
        <c:idx val="146"/>
        <c:spPr>
          <a:gradFill rotWithShape="1">
            <a:gsLst>
              <a:gs pos="0">
                <a:schemeClr val="accent6">
                  <a:shade val="33000"/>
                  <a:satMod val="103000"/>
                  <a:lumMod val="102000"/>
                  <a:tint val="94000"/>
                </a:schemeClr>
              </a:gs>
              <a:gs pos="50000">
                <a:schemeClr val="accent6">
                  <a:shade val="33000"/>
                  <a:satMod val="110000"/>
                  <a:lumMod val="100000"/>
                  <a:shade val="100000"/>
                </a:schemeClr>
              </a:gs>
              <a:gs pos="100000">
                <a:schemeClr val="accent6">
                  <a:shade val="33000"/>
                  <a:lumMod val="99000"/>
                  <a:satMod val="120000"/>
                  <a:shade val="78000"/>
                </a:schemeClr>
              </a:gs>
            </a:gsLst>
            <a:lin ang="5400000" scaled="0"/>
          </a:gradFill>
          <a:ln>
            <a:noFill/>
          </a:ln>
          <a:effectLst/>
        </c:spPr>
      </c:pivotFmt>
      <c:pivotFmt>
        <c:idx val="147"/>
        <c:spPr>
          <a:gradFill rotWithShape="1">
            <a:gsLst>
              <a:gs pos="0">
                <a:schemeClr val="accent6">
                  <a:shade val="34000"/>
                  <a:satMod val="103000"/>
                  <a:lumMod val="102000"/>
                  <a:tint val="94000"/>
                </a:schemeClr>
              </a:gs>
              <a:gs pos="50000">
                <a:schemeClr val="accent6">
                  <a:shade val="34000"/>
                  <a:satMod val="110000"/>
                  <a:lumMod val="100000"/>
                  <a:shade val="100000"/>
                </a:schemeClr>
              </a:gs>
              <a:gs pos="100000">
                <a:schemeClr val="accent6">
                  <a:shade val="34000"/>
                  <a:lumMod val="99000"/>
                  <a:satMod val="120000"/>
                  <a:shade val="78000"/>
                </a:schemeClr>
              </a:gs>
            </a:gsLst>
            <a:lin ang="5400000" scaled="0"/>
          </a:gradFill>
          <a:ln>
            <a:noFill/>
          </a:ln>
          <a:effectLst/>
        </c:spPr>
      </c:pivotFmt>
      <c:pivotFmt>
        <c:idx val="148"/>
        <c:spPr>
          <a:gradFill rotWithShape="1">
            <a:gsLst>
              <a:gs pos="0">
                <a:schemeClr val="accent6">
                  <a:shade val="35000"/>
                  <a:satMod val="103000"/>
                  <a:lumMod val="102000"/>
                  <a:tint val="94000"/>
                </a:schemeClr>
              </a:gs>
              <a:gs pos="50000">
                <a:schemeClr val="accent6">
                  <a:shade val="35000"/>
                  <a:satMod val="110000"/>
                  <a:lumMod val="100000"/>
                  <a:shade val="100000"/>
                </a:schemeClr>
              </a:gs>
              <a:gs pos="100000">
                <a:schemeClr val="accent6">
                  <a:shade val="35000"/>
                  <a:lumMod val="99000"/>
                  <a:satMod val="120000"/>
                  <a:shade val="78000"/>
                </a:schemeClr>
              </a:gs>
            </a:gsLst>
            <a:lin ang="5400000" scaled="0"/>
          </a:gradFill>
          <a:ln>
            <a:noFill/>
          </a:ln>
          <a:effectLst/>
        </c:spPr>
      </c:pivotFmt>
      <c:pivotFmt>
        <c:idx val="149"/>
        <c:spPr>
          <a:gradFill rotWithShape="1">
            <a:gsLst>
              <a:gs pos="0">
                <a:schemeClr val="accent6">
                  <a:shade val="36000"/>
                  <a:satMod val="103000"/>
                  <a:lumMod val="102000"/>
                  <a:tint val="94000"/>
                </a:schemeClr>
              </a:gs>
              <a:gs pos="50000">
                <a:schemeClr val="accent6">
                  <a:shade val="36000"/>
                  <a:satMod val="110000"/>
                  <a:lumMod val="100000"/>
                  <a:shade val="100000"/>
                </a:schemeClr>
              </a:gs>
              <a:gs pos="100000">
                <a:schemeClr val="accent6">
                  <a:shade val="36000"/>
                  <a:lumMod val="99000"/>
                  <a:satMod val="120000"/>
                  <a:shade val="78000"/>
                </a:schemeClr>
              </a:gs>
            </a:gsLst>
            <a:lin ang="5400000" scaled="0"/>
          </a:gradFill>
          <a:ln>
            <a:noFill/>
          </a:ln>
          <a:effectLst/>
        </c:spPr>
      </c:pivotFmt>
      <c:pivotFmt>
        <c:idx val="150"/>
        <c:spPr>
          <a:gradFill rotWithShape="1">
            <a:gsLst>
              <a:gs pos="0">
                <a:schemeClr val="accent6">
                  <a:shade val="37000"/>
                  <a:satMod val="103000"/>
                  <a:lumMod val="102000"/>
                  <a:tint val="94000"/>
                </a:schemeClr>
              </a:gs>
              <a:gs pos="50000">
                <a:schemeClr val="accent6">
                  <a:shade val="37000"/>
                  <a:satMod val="110000"/>
                  <a:lumMod val="100000"/>
                  <a:shade val="100000"/>
                </a:schemeClr>
              </a:gs>
              <a:gs pos="100000">
                <a:schemeClr val="accent6">
                  <a:shade val="37000"/>
                  <a:lumMod val="99000"/>
                  <a:satMod val="120000"/>
                  <a:shade val="78000"/>
                </a:schemeClr>
              </a:gs>
            </a:gsLst>
            <a:lin ang="5400000" scaled="0"/>
          </a:gradFill>
          <a:ln>
            <a:noFill/>
          </a:ln>
          <a:effectLst/>
        </c:spPr>
      </c:pivotFmt>
      <c:pivotFmt>
        <c:idx val="151"/>
        <c:spPr>
          <a:gradFill rotWithShape="1">
            <a:gsLst>
              <a:gs pos="0">
                <a:schemeClr val="accent6">
                  <a:shade val="38000"/>
                  <a:satMod val="103000"/>
                  <a:lumMod val="102000"/>
                  <a:tint val="94000"/>
                </a:schemeClr>
              </a:gs>
              <a:gs pos="50000">
                <a:schemeClr val="accent6">
                  <a:shade val="38000"/>
                  <a:satMod val="110000"/>
                  <a:lumMod val="100000"/>
                  <a:shade val="100000"/>
                </a:schemeClr>
              </a:gs>
              <a:gs pos="100000">
                <a:schemeClr val="accent6">
                  <a:shade val="38000"/>
                  <a:lumMod val="99000"/>
                  <a:satMod val="120000"/>
                  <a:shade val="78000"/>
                </a:schemeClr>
              </a:gs>
            </a:gsLst>
            <a:lin ang="5400000" scaled="0"/>
          </a:gradFill>
          <a:ln>
            <a:noFill/>
          </a:ln>
          <a:effectLst/>
        </c:spPr>
      </c:pivotFmt>
      <c:pivotFmt>
        <c:idx val="152"/>
        <c:spPr>
          <a:gradFill rotWithShape="1">
            <a:gsLst>
              <a:gs pos="0">
                <a:schemeClr val="accent6">
                  <a:shade val="39000"/>
                  <a:satMod val="103000"/>
                  <a:lumMod val="102000"/>
                  <a:tint val="94000"/>
                </a:schemeClr>
              </a:gs>
              <a:gs pos="50000">
                <a:schemeClr val="accent6">
                  <a:shade val="39000"/>
                  <a:satMod val="110000"/>
                  <a:lumMod val="100000"/>
                  <a:shade val="100000"/>
                </a:schemeClr>
              </a:gs>
              <a:gs pos="100000">
                <a:schemeClr val="accent6">
                  <a:shade val="39000"/>
                  <a:lumMod val="99000"/>
                  <a:satMod val="120000"/>
                  <a:shade val="78000"/>
                </a:schemeClr>
              </a:gs>
            </a:gsLst>
            <a:lin ang="5400000" scaled="0"/>
          </a:gradFill>
          <a:ln>
            <a:noFill/>
          </a:ln>
          <a:effectLst/>
        </c:spPr>
      </c:pivotFmt>
      <c:pivotFmt>
        <c:idx val="153"/>
        <c:spPr>
          <a:gradFill rotWithShape="1">
            <a:gsLst>
              <a:gs pos="0">
                <a:schemeClr val="accent6">
                  <a:shade val="40000"/>
                  <a:satMod val="103000"/>
                  <a:lumMod val="102000"/>
                  <a:tint val="94000"/>
                </a:schemeClr>
              </a:gs>
              <a:gs pos="50000">
                <a:schemeClr val="accent6">
                  <a:shade val="40000"/>
                  <a:satMod val="110000"/>
                  <a:lumMod val="100000"/>
                  <a:shade val="100000"/>
                </a:schemeClr>
              </a:gs>
              <a:gs pos="100000">
                <a:schemeClr val="accent6">
                  <a:shade val="40000"/>
                  <a:lumMod val="99000"/>
                  <a:satMod val="120000"/>
                  <a:shade val="78000"/>
                </a:schemeClr>
              </a:gs>
            </a:gsLst>
            <a:lin ang="5400000" scaled="0"/>
          </a:gradFill>
          <a:ln>
            <a:noFill/>
          </a:ln>
          <a:effectLst/>
        </c:spPr>
      </c:pivotFmt>
      <c:pivotFmt>
        <c:idx val="154"/>
        <c:spPr>
          <a:gradFill rotWithShape="1">
            <a:gsLst>
              <a:gs pos="0">
                <a:schemeClr val="accent6">
                  <a:shade val="41000"/>
                  <a:satMod val="103000"/>
                  <a:lumMod val="102000"/>
                  <a:tint val="94000"/>
                </a:schemeClr>
              </a:gs>
              <a:gs pos="50000">
                <a:schemeClr val="accent6">
                  <a:shade val="41000"/>
                  <a:satMod val="110000"/>
                  <a:lumMod val="100000"/>
                  <a:shade val="100000"/>
                </a:schemeClr>
              </a:gs>
              <a:gs pos="100000">
                <a:schemeClr val="accent6">
                  <a:shade val="41000"/>
                  <a:lumMod val="99000"/>
                  <a:satMod val="120000"/>
                  <a:shade val="78000"/>
                </a:schemeClr>
              </a:gs>
            </a:gsLst>
            <a:lin ang="5400000" scaled="0"/>
          </a:gradFill>
          <a:ln>
            <a:noFill/>
          </a:ln>
          <a:effectLst/>
        </c:spPr>
      </c:pivotFmt>
      <c:pivotFmt>
        <c:idx val="155"/>
        <c:spPr>
          <a:gradFill rotWithShape="1">
            <a:gsLst>
              <a:gs pos="0">
                <a:schemeClr val="accent6">
                  <a:shade val="42000"/>
                  <a:satMod val="103000"/>
                  <a:lumMod val="102000"/>
                  <a:tint val="94000"/>
                </a:schemeClr>
              </a:gs>
              <a:gs pos="50000">
                <a:schemeClr val="accent6">
                  <a:shade val="42000"/>
                  <a:satMod val="110000"/>
                  <a:lumMod val="100000"/>
                  <a:shade val="100000"/>
                </a:schemeClr>
              </a:gs>
              <a:gs pos="100000">
                <a:schemeClr val="accent6">
                  <a:shade val="42000"/>
                  <a:lumMod val="99000"/>
                  <a:satMod val="120000"/>
                  <a:shade val="78000"/>
                </a:schemeClr>
              </a:gs>
            </a:gsLst>
            <a:lin ang="5400000" scaled="0"/>
          </a:gradFill>
          <a:ln>
            <a:noFill/>
          </a:ln>
          <a:effectLst/>
        </c:spPr>
      </c:pivotFmt>
      <c:pivotFmt>
        <c:idx val="156"/>
        <c:spPr>
          <a:gradFill rotWithShape="1">
            <a:gsLst>
              <a:gs pos="0">
                <a:schemeClr val="accent6">
                  <a:shade val="43000"/>
                  <a:satMod val="103000"/>
                  <a:lumMod val="102000"/>
                  <a:tint val="94000"/>
                </a:schemeClr>
              </a:gs>
              <a:gs pos="50000">
                <a:schemeClr val="accent6">
                  <a:shade val="43000"/>
                  <a:satMod val="110000"/>
                  <a:lumMod val="100000"/>
                  <a:shade val="100000"/>
                </a:schemeClr>
              </a:gs>
              <a:gs pos="100000">
                <a:schemeClr val="accent6">
                  <a:shade val="43000"/>
                  <a:lumMod val="99000"/>
                  <a:satMod val="120000"/>
                  <a:shade val="78000"/>
                </a:schemeClr>
              </a:gs>
            </a:gsLst>
            <a:lin ang="5400000" scaled="0"/>
          </a:gradFill>
          <a:ln>
            <a:noFill/>
          </a:ln>
          <a:effectLst/>
        </c:spPr>
      </c:pivotFmt>
      <c:pivotFmt>
        <c:idx val="157"/>
        <c:spPr>
          <a:gradFill rotWithShape="1">
            <a:gsLst>
              <a:gs pos="0">
                <a:schemeClr val="accent6">
                  <a:shade val="44000"/>
                  <a:satMod val="103000"/>
                  <a:lumMod val="102000"/>
                  <a:tint val="94000"/>
                </a:schemeClr>
              </a:gs>
              <a:gs pos="50000">
                <a:schemeClr val="accent6">
                  <a:shade val="44000"/>
                  <a:satMod val="110000"/>
                  <a:lumMod val="100000"/>
                  <a:shade val="100000"/>
                </a:schemeClr>
              </a:gs>
              <a:gs pos="100000">
                <a:schemeClr val="accent6">
                  <a:shade val="44000"/>
                  <a:lumMod val="99000"/>
                  <a:satMod val="120000"/>
                  <a:shade val="78000"/>
                </a:schemeClr>
              </a:gs>
            </a:gsLst>
            <a:lin ang="5400000" scaled="0"/>
          </a:gradFill>
          <a:ln>
            <a:noFill/>
          </a:ln>
          <a:effectLst/>
        </c:spPr>
      </c:pivotFmt>
      <c:pivotFmt>
        <c:idx val="158"/>
        <c:spPr>
          <a:gradFill rotWithShape="1">
            <a:gsLst>
              <a:gs pos="0">
                <a:schemeClr val="accent6">
                  <a:shade val="45000"/>
                  <a:satMod val="103000"/>
                  <a:lumMod val="102000"/>
                  <a:tint val="94000"/>
                </a:schemeClr>
              </a:gs>
              <a:gs pos="50000">
                <a:schemeClr val="accent6">
                  <a:shade val="45000"/>
                  <a:satMod val="110000"/>
                  <a:lumMod val="100000"/>
                  <a:shade val="100000"/>
                </a:schemeClr>
              </a:gs>
              <a:gs pos="100000">
                <a:schemeClr val="accent6">
                  <a:shade val="45000"/>
                  <a:lumMod val="99000"/>
                  <a:satMod val="120000"/>
                  <a:shade val="78000"/>
                </a:schemeClr>
              </a:gs>
            </a:gsLst>
            <a:lin ang="5400000" scaled="0"/>
          </a:gradFill>
          <a:ln>
            <a:noFill/>
          </a:ln>
          <a:effectLst/>
        </c:spPr>
      </c:pivotFmt>
      <c:pivotFmt>
        <c:idx val="159"/>
        <c:spPr>
          <a:gradFill rotWithShape="1">
            <a:gsLst>
              <a:gs pos="0">
                <a:schemeClr val="accent6">
                  <a:shade val="46000"/>
                  <a:satMod val="103000"/>
                  <a:lumMod val="102000"/>
                  <a:tint val="94000"/>
                </a:schemeClr>
              </a:gs>
              <a:gs pos="50000">
                <a:schemeClr val="accent6">
                  <a:shade val="46000"/>
                  <a:satMod val="110000"/>
                  <a:lumMod val="100000"/>
                  <a:shade val="100000"/>
                </a:schemeClr>
              </a:gs>
              <a:gs pos="100000">
                <a:schemeClr val="accent6">
                  <a:shade val="46000"/>
                  <a:lumMod val="99000"/>
                  <a:satMod val="120000"/>
                  <a:shade val="78000"/>
                </a:schemeClr>
              </a:gs>
            </a:gsLst>
            <a:lin ang="5400000" scaled="0"/>
          </a:gradFill>
          <a:ln>
            <a:noFill/>
          </a:ln>
          <a:effectLst/>
        </c:spPr>
      </c:pivotFmt>
      <c:pivotFmt>
        <c:idx val="160"/>
        <c:spPr>
          <a:gradFill rotWithShape="1">
            <a:gsLst>
              <a:gs pos="0">
                <a:schemeClr val="accent6">
                  <a:shade val="47000"/>
                  <a:satMod val="103000"/>
                  <a:lumMod val="102000"/>
                  <a:tint val="94000"/>
                </a:schemeClr>
              </a:gs>
              <a:gs pos="50000">
                <a:schemeClr val="accent6">
                  <a:shade val="47000"/>
                  <a:satMod val="110000"/>
                  <a:lumMod val="100000"/>
                  <a:shade val="100000"/>
                </a:schemeClr>
              </a:gs>
              <a:gs pos="100000">
                <a:schemeClr val="accent6">
                  <a:shade val="47000"/>
                  <a:lumMod val="99000"/>
                  <a:satMod val="120000"/>
                  <a:shade val="78000"/>
                </a:schemeClr>
              </a:gs>
            </a:gsLst>
            <a:lin ang="5400000" scaled="0"/>
          </a:gradFill>
          <a:ln>
            <a:noFill/>
          </a:ln>
          <a:effectLst/>
        </c:spPr>
      </c:pivotFmt>
      <c:pivotFmt>
        <c:idx val="161"/>
        <c:spPr>
          <a:gradFill rotWithShape="1">
            <a:gsLst>
              <a:gs pos="0">
                <a:schemeClr val="accent6">
                  <a:shade val="48000"/>
                  <a:satMod val="103000"/>
                  <a:lumMod val="102000"/>
                  <a:tint val="94000"/>
                </a:schemeClr>
              </a:gs>
              <a:gs pos="50000">
                <a:schemeClr val="accent6">
                  <a:shade val="48000"/>
                  <a:satMod val="110000"/>
                  <a:lumMod val="100000"/>
                  <a:shade val="100000"/>
                </a:schemeClr>
              </a:gs>
              <a:gs pos="100000">
                <a:schemeClr val="accent6">
                  <a:shade val="48000"/>
                  <a:lumMod val="99000"/>
                  <a:satMod val="120000"/>
                  <a:shade val="78000"/>
                </a:schemeClr>
              </a:gs>
            </a:gsLst>
            <a:lin ang="5400000" scaled="0"/>
          </a:gradFill>
          <a:ln>
            <a:noFill/>
          </a:ln>
          <a:effectLst/>
        </c:spPr>
      </c:pivotFmt>
      <c:pivotFmt>
        <c:idx val="162"/>
        <c:spPr>
          <a:gradFill rotWithShape="1">
            <a:gsLst>
              <a:gs pos="0">
                <a:schemeClr val="accent6">
                  <a:shade val="49000"/>
                  <a:satMod val="103000"/>
                  <a:lumMod val="102000"/>
                  <a:tint val="94000"/>
                </a:schemeClr>
              </a:gs>
              <a:gs pos="50000">
                <a:schemeClr val="accent6">
                  <a:shade val="49000"/>
                  <a:satMod val="110000"/>
                  <a:lumMod val="100000"/>
                  <a:shade val="100000"/>
                </a:schemeClr>
              </a:gs>
              <a:gs pos="100000">
                <a:schemeClr val="accent6">
                  <a:shade val="49000"/>
                  <a:lumMod val="99000"/>
                  <a:satMod val="120000"/>
                  <a:shade val="78000"/>
                </a:schemeClr>
              </a:gs>
            </a:gsLst>
            <a:lin ang="5400000" scaled="0"/>
          </a:gradFill>
          <a:ln>
            <a:noFill/>
          </a:ln>
          <a:effectLst/>
        </c:spPr>
      </c:pivotFmt>
      <c:pivotFmt>
        <c:idx val="163"/>
        <c:spPr>
          <a:gradFill rotWithShape="1">
            <a:gsLst>
              <a:gs pos="0">
                <a:schemeClr val="accent6">
                  <a:shade val="50000"/>
                  <a:satMod val="103000"/>
                  <a:lumMod val="102000"/>
                  <a:tint val="94000"/>
                </a:schemeClr>
              </a:gs>
              <a:gs pos="50000">
                <a:schemeClr val="accent6">
                  <a:shade val="50000"/>
                  <a:satMod val="110000"/>
                  <a:lumMod val="100000"/>
                  <a:shade val="100000"/>
                </a:schemeClr>
              </a:gs>
              <a:gs pos="100000">
                <a:schemeClr val="accent6">
                  <a:shade val="50000"/>
                  <a:lumMod val="99000"/>
                  <a:satMod val="120000"/>
                  <a:shade val="78000"/>
                </a:schemeClr>
              </a:gs>
            </a:gsLst>
            <a:lin ang="5400000" scaled="0"/>
          </a:gradFill>
          <a:ln>
            <a:noFill/>
          </a:ln>
          <a:effectLst/>
        </c:spPr>
      </c:pivotFmt>
      <c:pivotFmt>
        <c:idx val="164"/>
        <c:spPr>
          <a:gradFill rotWithShape="1">
            <a:gsLst>
              <a:gs pos="0">
                <a:schemeClr val="accent6">
                  <a:shade val="51000"/>
                  <a:satMod val="103000"/>
                  <a:lumMod val="102000"/>
                  <a:tint val="94000"/>
                </a:schemeClr>
              </a:gs>
              <a:gs pos="50000">
                <a:schemeClr val="accent6">
                  <a:shade val="51000"/>
                  <a:satMod val="110000"/>
                  <a:lumMod val="100000"/>
                  <a:shade val="100000"/>
                </a:schemeClr>
              </a:gs>
              <a:gs pos="100000">
                <a:schemeClr val="accent6">
                  <a:shade val="51000"/>
                  <a:lumMod val="99000"/>
                  <a:satMod val="120000"/>
                  <a:shade val="78000"/>
                </a:schemeClr>
              </a:gs>
            </a:gsLst>
            <a:lin ang="5400000" scaled="0"/>
          </a:gradFill>
          <a:ln>
            <a:noFill/>
          </a:ln>
          <a:effectLst/>
        </c:spPr>
      </c:pivotFmt>
      <c:pivotFmt>
        <c:idx val="165"/>
        <c:spPr>
          <a:gradFill rotWithShape="1">
            <a:gsLst>
              <a:gs pos="0">
                <a:schemeClr val="accent6">
                  <a:shade val="52000"/>
                  <a:satMod val="103000"/>
                  <a:lumMod val="102000"/>
                  <a:tint val="94000"/>
                </a:schemeClr>
              </a:gs>
              <a:gs pos="50000">
                <a:schemeClr val="accent6">
                  <a:shade val="52000"/>
                  <a:satMod val="110000"/>
                  <a:lumMod val="100000"/>
                  <a:shade val="100000"/>
                </a:schemeClr>
              </a:gs>
              <a:gs pos="100000">
                <a:schemeClr val="accent6">
                  <a:shade val="52000"/>
                  <a:lumMod val="99000"/>
                  <a:satMod val="120000"/>
                  <a:shade val="78000"/>
                </a:schemeClr>
              </a:gs>
            </a:gsLst>
            <a:lin ang="5400000" scaled="0"/>
          </a:gradFill>
          <a:ln>
            <a:noFill/>
          </a:ln>
          <a:effectLst/>
        </c:spPr>
      </c:pivotFmt>
      <c:pivotFmt>
        <c:idx val="166"/>
        <c:spPr>
          <a:gradFill rotWithShape="1">
            <a:gsLst>
              <a:gs pos="0">
                <a:schemeClr val="accent6">
                  <a:shade val="53000"/>
                  <a:satMod val="103000"/>
                  <a:lumMod val="102000"/>
                  <a:tint val="94000"/>
                </a:schemeClr>
              </a:gs>
              <a:gs pos="50000">
                <a:schemeClr val="accent6">
                  <a:shade val="53000"/>
                  <a:satMod val="110000"/>
                  <a:lumMod val="100000"/>
                  <a:shade val="100000"/>
                </a:schemeClr>
              </a:gs>
              <a:gs pos="100000">
                <a:schemeClr val="accent6">
                  <a:shade val="53000"/>
                  <a:lumMod val="99000"/>
                  <a:satMod val="120000"/>
                  <a:shade val="78000"/>
                </a:schemeClr>
              </a:gs>
            </a:gsLst>
            <a:lin ang="5400000" scaled="0"/>
          </a:gradFill>
          <a:ln>
            <a:noFill/>
          </a:ln>
          <a:effectLst/>
        </c:spPr>
      </c:pivotFmt>
      <c:pivotFmt>
        <c:idx val="167"/>
        <c:spPr>
          <a:gradFill rotWithShape="1">
            <a:gsLst>
              <a:gs pos="0">
                <a:schemeClr val="accent6">
                  <a:shade val="54000"/>
                  <a:satMod val="103000"/>
                  <a:lumMod val="102000"/>
                  <a:tint val="94000"/>
                </a:schemeClr>
              </a:gs>
              <a:gs pos="50000">
                <a:schemeClr val="accent6">
                  <a:shade val="54000"/>
                  <a:satMod val="110000"/>
                  <a:lumMod val="100000"/>
                  <a:shade val="100000"/>
                </a:schemeClr>
              </a:gs>
              <a:gs pos="100000">
                <a:schemeClr val="accent6">
                  <a:shade val="54000"/>
                  <a:lumMod val="99000"/>
                  <a:satMod val="120000"/>
                  <a:shade val="78000"/>
                </a:schemeClr>
              </a:gs>
            </a:gsLst>
            <a:lin ang="5400000" scaled="0"/>
          </a:gradFill>
          <a:ln>
            <a:noFill/>
          </a:ln>
          <a:effectLst/>
        </c:spPr>
      </c:pivotFmt>
      <c:pivotFmt>
        <c:idx val="168"/>
        <c:spPr>
          <a:gradFill rotWithShape="1">
            <a:gsLst>
              <a:gs pos="0">
                <a:schemeClr val="accent6">
                  <a:shade val="55000"/>
                  <a:satMod val="103000"/>
                  <a:lumMod val="102000"/>
                  <a:tint val="94000"/>
                </a:schemeClr>
              </a:gs>
              <a:gs pos="50000">
                <a:schemeClr val="accent6">
                  <a:shade val="55000"/>
                  <a:satMod val="110000"/>
                  <a:lumMod val="100000"/>
                  <a:shade val="100000"/>
                </a:schemeClr>
              </a:gs>
              <a:gs pos="100000">
                <a:schemeClr val="accent6">
                  <a:shade val="55000"/>
                  <a:lumMod val="99000"/>
                  <a:satMod val="120000"/>
                  <a:shade val="78000"/>
                </a:schemeClr>
              </a:gs>
            </a:gsLst>
            <a:lin ang="5400000" scaled="0"/>
          </a:gradFill>
          <a:ln>
            <a:noFill/>
          </a:ln>
          <a:effectLst/>
        </c:spPr>
      </c:pivotFmt>
      <c:pivotFmt>
        <c:idx val="169"/>
        <c:spPr>
          <a:gradFill rotWithShape="1">
            <a:gsLst>
              <a:gs pos="0">
                <a:schemeClr val="accent6">
                  <a:shade val="56000"/>
                  <a:satMod val="103000"/>
                  <a:lumMod val="102000"/>
                  <a:tint val="94000"/>
                </a:schemeClr>
              </a:gs>
              <a:gs pos="50000">
                <a:schemeClr val="accent6">
                  <a:shade val="56000"/>
                  <a:satMod val="110000"/>
                  <a:lumMod val="100000"/>
                  <a:shade val="100000"/>
                </a:schemeClr>
              </a:gs>
              <a:gs pos="100000">
                <a:schemeClr val="accent6">
                  <a:shade val="56000"/>
                  <a:lumMod val="99000"/>
                  <a:satMod val="120000"/>
                  <a:shade val="78000"/>
                </a:schemeClr>
              </a:gs>
            </a:gsLst>
            <a:lin ang="5400000" scaled="0"/>
          </a:gradFill>
          <a:ln>
            <a:noFill/>
          </a:ln>
          <a:effectLst/>
        </c:spPr>
      </c:pivotFmt>
      <c:pivotFmt>
        <c:idx val="170"/>
        <c:spPr>
          <a:gradFill rotWithShape="1">
            <a:gsLst>
              <a:gs pos="0">
                <a:schemeClr val="accent6">
                  <a:shade val="57000"/>
                  <a:satMod val="103000"/>
                  <a:lumMod val="102000"/>
                  <a:tint val="94000"/>
                </a:schemeClr>
              </a:gs>
              <a:gs pos="50000">
                <a:schemeClr val="accent6">
                  <a:shade val="57000"/>
                  <a:satMod val="110000"/>
                  <a:lumMod val="100000"/>
                  <a:shade val="100000"/>
                </a:schemeClr>
              </a:gs>
              <a:gs pos="100000">
                <a:schemeClr val="accent6">
                  <a:shade val="57000"/>
                  <a:lumMod val="99000"/>
                  <a:satMod val="120000"/>
                  <a:shade val="78000"/>
                </a:schemeClr>
              </a:gs>
            </a:gsLst>
            <a:lin ang="5400000" scaled="0"/>
          </a:gradFill>
          <a:ln>
            <a:noFill/>
          </a:ln>
          <a:effectLst/>
        </c:spPr>
      </c:pivotFmt>
      <c:pivotFmt>
        <c:idx val="171"/>
        <c:spPr>
          <a:gradFill rotWithShape="1">
            <a:gsLst>
              <a:gs pos="0">
                <a:schemeClr val="accent6">
                  <a:shade val="58000"/>
                  <a:satMod val="103000"/>
                  <a:lumMod val="102000"/>
                  <a:tint val="94000"/>
                </a:schemeClr>
              </a:gs>
              <a:gs pos="50000">
                <a:schemeClr val="accent6">
                  <a:shade val="58000"/>
                  <a:satMod val="110000"/>
                  <a:lumMod val="100000"/>
                  <a:shade val="100000"/>
                </a:schemeClr>
              </a:gs>
              <a:gs pos="100000">
                <a:schemeClr val="accent6">
                  <a:shade val="58000"/>
                  <a:lumMod val="99000"/>
                  <a:satMod val="120000"/>
                  <a:shade val="78000"/>
                </a:schemeClr>
              </a:gs>
            </a:gsLst>
            <a:lin ang="5400000" scaled="0"/>
          </a:gradFill>
          <a:ln>
            <a:noFill/>
          </a:ln>
          <a:effectLst/>
        </c:spPr>
      </c:pivotFmt>
      <c:pivotFmt>
        <c:idx val="172"/>
        <c:spPr>
          <a:gradFill rotWithShape="1">
            <a:gsLst>
              <a:gs pos="0">
                <a:schemeClr val="accent6">
                  <a:shade val="59000"/>
                  <a:satMod val="103000"/>
                  <a:lumMod val="102000"/>
                  <a:tint val="94000"/>
                </a:schemeClr>
              </a:gs>
              <a:gs pos="50000">
                <a:schemeClr val="accent6">
                  <a:shade val="59000"/>
                  <a:satMod val="110000"/>
                  <a:lumMod val="100000"/>
                  <a:shade val="100000"/>
                </a:schemeClr>
              </a:gs>
              <a:gs pos="100000">
                <a:schemeClr val="accent6">
                  <a:shade val="59000"/>
                  <a:lumMod val="99000"/>
                  <a:satMod val="120000"/>
                  <a:shade val="78000"/>
                </a:schemeClr>
              </a:gs>
            </a:gsLst>
            <a:lin ang="5400000" scaled="0"/>
          </a:gradFill>
          <a:ln>
            <a:noFill/>
          </a:ln>
          <a:effectLst/>
        </c:spPr>
      </c:pivotFmt>
      <c:pivotFmt>
        <c:idx val="173"/>
        <c:spPr>
          <a:gradFill rotWithShape="1">
            <a:gsLst>
              <a:gs pos="0">
                <a:schemeClr val="accent6">
                  <a:shade val="60000"/>
                  <a:satMod val="103000"/>
                  <a:lumMod val="102000"/>
                  <a:tint val="94000"/>
                </a:schemeClr>
              </a:gs>
              <a:gs pos="50000">
                <a:schemeClr val="accent6">
                  <a:shade val="60000"/>
                  <a:satMod val="110000"/>
                  <a:lumMod val="100000"/>
                  <a:shade val="100000"/>
                </a:schemeClr>
              </a:gs>
              <a:gs pos="100000">
                <a:schemeClr val="accent6">
                  <a:shade val="60000"/>
                  <a:lumMod val="99000"/>
                  <a:satMod val="120000"/>
                  <a:shade val="78000"/>
                </a:schemeClr>
              </a:gs>
            </a:gsLst>
            <a:lin ang="5400000" scaled="0"/>
          </a:gradFill>
          <a:ln>
            <a:noFill/>
          </a:ln>
          <a:effectLst/>
        </c:spPr>
      </c:pivotFmt>
      <c:pivotFmt>
        <c:idx val="174"/>
        <c:spPr>
          <a:gradFill rotWithShape="1">
            <a:gsLst>
              <a:gs pos="0">
                <a:schemeClr val="accent6">
                  <a:shade val="61000"/>
                  <a:satMod val="103000"/>
                  <a:lumMod val="102000"/>
                  <a:tint val="94000"/>
                </a:schemeClr>
              </a:gs>
              <a:gs pos="50000">
                <a:schemeClr val="accent6">
                  <a:shade val="61000"/>
                  <a:satMod val="110000"/>
                  <a:lumMod val="100000"/>
                  <a:shade val="100000"/>
                </a:schemeClr>
              </a:gs>
              <a:gs pos="100000">
                <a:schemeClr val="accent6">
                  <a:shade val="61000"/>
                  <a:lumMod val="99000"/>
                  <a:satMod val="120000"/>
                  <a:shade val="78000"/>
                </a:schemeClr>
              </a:gs>
            </a:gsLst>
            <a:lin ang="5400000" scaled="0"/>
          </a:gradFill>
          <a:ln>
            <a:noFill/>
          </a:ln>
          <a:effectLst/>
        </c:spPr>
      </c:pivotFmt>
      <c:pivotFmt>
        <c:idx val="175"/>
        <c:spPr>
          <a:gradFill rotWithShape="1">
            <a:gsLst>
              <a:gs pos="0">
                <a:schemeClr val="accent6">
                  <a:shade val="62000"/>
                  <a:satMod val="103000"/>
                  <a:lumMod val="102000"/>
                  <a:tint val="94000"/>
                </a:schemeClr>
              </a:gs>
              <a:gs pos="50000">
                <a:schemeClr val="accent6">
                  <a:shade val="62000"/>
                  <a:satMod val="110000"/>
                  <a:lumMod val="100000"/>
                  <a:shade val="100000"/>
                </a:schemeClr>
              </a:gs>
              <a:gs pos="100000">
                <a:schemeClr val="accent6">
                  <a:shade val="62000"/>
                  <a:lumMod val="99000"/>
                  <a:satMod val="120000"/>
                  <a:shade val="78000"/>
                </a:schemeClr>
              </a:gs>
            </a:gsLst>
            <a:lin ang="5400000" scaled="0"/>
          </a:gradFill>
          <a:ln>
            <a:noFill/>
          </a:ln>
          <a:effectLst/>
        </c:spPr>
      </c:pivotFmt>
      <c:pivotFmt>
        <c:idx val="176"/>
        <c:spPr>
          <a:gradFill rotWithShape="1">
            <a:gsLst>
              <a:gs pos="0">
                <a:schemeClr val="accent6">
                  <a:shade val="63000"/>
                  <a:satMod val="103000"/>
                  <a:lumMod val="102000"/>
                  <a:tint val="94000"/>
                </a:schemeClr>
              </a:gs>
              <a:gs pos="50000">
                <a:schemeClr val="accent6">
                  <a:shade val="63000"/>
                  <a:satMod val="110000"/>
                  <a:lumMod val="100000"/>
                  <a:shade val="100000"/>
                </a:schemeClr>
              </a:gs>
              <a:gs pos="100000">
                <a:schemeClr val="accent6">
                  <a:shade val="63000"/>
                  <a:lumMod val="99000"/>
                  <a:satMod val="120000"/>
                  <a:shade val="78000"/>
                </a:schemeClr>
              </a:gs>
            </a:gsLst>
            <a:lin ang="5400000" scaled="0"/>
          </a:gradFill>
          <a:ln>
            <a:noFill/>
          </a:ln>
          <a:effectLst/>
        </c:spPr>
      </c:pivotFmt>
      <c:pivotFmt>
        <c:idx val="177"/>
        <c:spPr>
          <a:gradFill rotWithShape="1">
            <a:gsLst>
              <a:gs pos="0">
                <a:schemeClr val="accent6">
                  <a:shade val="64000"/>
                  <a:satMod val="103000"/>
                  <a:lumMod val="102000"/>
                  <a:tint val="94000"/>
                </a:schemeClr>
              </a:gs>
              <a:gs pos="50000">
                <a:schemeClr val="accent6">
                  <a:shade val="64000"/>
                  <a:satMod val="110000"/>
                  <a:lumMod val="100000"/>
                  <a:shade val="100000"/>
                </a:schemeClr>
              </a:gs>
              <a:gs pos="100000">
                <a:schemeClr val="accent6">
                  <a:shade val="64000"/>
                  <a:lumMod val="99000"/>
                  <a:satMod val="120000"/>
                  <a:shade val="78000"/>
                </a:schemeClr>
              </a:gs>
            </a:gsLst>
            <a:lin ang="5400000" scaled="0"/>
          </a:gradFill>
          <a:ln>
            <a:noFill/>
          </a:ln>
          <a:effectLst/>
        </c:spPr>
      </c:pivotFmt>
      <c:pivotFmt>
        <c:idx val="178"/>
        <c:spPr>
          <a:gradFill rotWithShape="1">
            <a:gsLst>
              <a:gs pos="0">
                <a:schemeClr val="accent6">
                  <a:shade val="65000"/>
                  <a:satMod val="103000"/>
                  <a:lumMod val="102000"/>
                  <a:tint val="94000"/>
                </a:schemeClr>
              </a:gs>
              <a:gs pos="50000">
                <a:schemeClr val="accent6">
                  <a:shade val="65000"/>
                  <a:satMod val="110000"/>
                  <a:lumMod val="100000"/>
                  <a:shade val="100000"/>
                </a:schemeClr>
              </a:gs>
              <a:gs pos="100000">
                <a:schemeClr val="accent6">
                  <a:shade val="65000"/>
                  <a:lumMod val="99000"/>
                  <a:satMod val="120000"/>
                  <a:shade val="78000"/>
                </a:schemeClr>
              </a:gs>
            </a:gsLst>
            <a:lin ang="5400000" scaled="0"/>
          </a:gradFill>
          <a:ln>
            <a:noFill/>
          </a:ln>
          <a:effectLst/>
        </c:spPr>
      </c:pivotFmt>
      <c:pivotFmt>
        <c:idx val="179"/>
        <c:spPr>
          <a:gradFill rotWithShape="1">
            <a:gsLst>
              <a:gs pos="0">
                <a:schemeClr val="accent6">
                  <a:shade val="66000"/>
                  <a:satMod val="103000"/>
                  <a:lumMod val="102000"/>
                  <a:tint val="94000"/>
                </a:schemeClr>
              </a:gs>
              <a:gs pos="50000">
                <a:schemeClr val="accent6">
                  <a:shade val="66000"/>
                  <a:satMod val="110000"/>
                  <a:lumMod val="100000"/>
                  <a:shade val="100000"/>
                </a:schemeClr>
              </a:gs>
              <a:gs pos="100000">
                <a:schemeClr val="accent6">
                  <a:shade val="66000"/>
                  <a:lumMod val="99000"/>
                  <a:satMod val="120000"/>
                  <a:shade val="78000"/>
                </a:schemeClr>
              </a:gs>
            </a:gsLst>
            <a:lin ang="5400000" scaled="0"/>
          </a:gradFill>
          <a:ln>
            <a:noFill/>
          </a:ln>
          <a:effectLst/>
        </c:spPr>
      </c:pivotFmt>
      <c:pivotFmt>
        <c:idx val="180"/>
        <c:spPr>
          <a:gradFill rotWithShape="1">
            <a:gsLst>
              <a:gs pos="0">
                <a:schemeClr val="accent6">
                  <a:shade val="67000"/>
                  <a:satMod val="103000"/>
                  <a:lumMod val="102000"/>
                  <a:tint val="94000"/>
                </a:schemeClr>
              </a:gs>
              <a:gs pos="50000">
                <a:schemeClr val="accent6">
                  <a:shade val="67000"/>
                  <a:satMod val="110000"/>
                  <a:lumMod val="100000"/>
                  <a:shade val="100000"/>
                </a:schemeClr>
              </a:gs>
              <a:gs pos="100000">
                <a:schemeClr val="accent6">
                  <a:shade val="67000"/>
                  <a:lumMod val="99000"/>
                  <a:satMod val="120000"/>
                  <a:shade val="78000"/>
                </a:schemeClr>
              </a:gs>
            </a:gsLst>
            <a:lin ang="5400000" scaled="0"/>
          </a:gradFill>
          <a:ln>
            <a:noFill/>
          </a:ln>
          <a:effectLst/>
        </c:spPr>
      </c:pivotFmt>
      <c:pivotFmt>
        <c:idx val="181"/>
        <c:spPr>
          <a:gradFill rotWithShape="1">
            <a:gsLst>
              <a:gs pos="0">
                <a:schemeClr val="accent6">
                  <a:shade val="68000"/>
                  <a:satMod val="103000"/>
                  <a:lumMod val="102000"/>
                  <a:tint val="94000"/>
                </a:schemeClr>
              </a:gs>
              <a:gs pos="50000">
                <a:schemeClr val="accent6">
                  <a:shade val="68000"/>
                  <a:satMod val="110000"/>
                  <a:lumMod val="100000"/>
                  <a:shade val="100000"/>
                </a:schemeClr>
              </a:gs>
              <a:gs pos="100000">
                <a:schemeClr val="accent6">
                  <a:shade val="68000"/>
                  <a:lumMod val="99000"/>
                  <a:satMod val="120000"/>
                  <a:shade val="78000"/>
                </a:schemeClr>
              </a:gs>
            </a:gsLst>
            <a:lin ang="5400000" scaled="0"/>
          </a:gradFill>
          <a:ln>
            <a:noFill/>
          </a:ln>
          <a:effectLst/>
        </c:spPr>
      </c:pivotFmt>
      <c:pivotFmt>
        <c:idx val="182"/>
        <c:spPr>
          <a:gradFill rotWithShape="1">
            <a:gsLst>
              <a:gs pos="0">
                <a:schemeClr val="accent6">
                  <a:shade val="69000"/>
                  <a:satMod val="103000"/>
                  <a:lumMod val="102000"/>
                  <a:tint val="94000"/>
                </a:schemeClr>
              </a:gs>
              <a:gs pos="50000">
                <a:schemeClr val="accent6">
                  <a:shade val="69000"/>
                  <a:satMod val="110000"/>
                  <a:lumMod val="100000"/>
                  <a:shade val="100000"/>
                </a:schemeClr>
              </a:gs>
              <a:gs pos="100000">
                <a:schemeClr val="accent6">
                  <a:shade val="69000"/>
                  <a:lumMod val="99000"/>
                  <a:satMod val="120000"/>
                  <a:shade val="78000"/>
                </a:schemeClr>
              </a:gs>
            </a:gsLst>
            <a:lin ang="5400000" scaled="0"/>
          </a:gradFill>
          <a:ln>
            <a:noFill/>
          </a:ln>
          <a:effectLst/>
        </c:spPr>
      </c:pivotFmt>
      <c:pivotFmt>
        <c:idx val="183"/>
        <c:spPr>
          <a:gradFill rotWithShape="1">
            <a:gsLst>
              <a:gs pos="0">
                <a:schemeClr val="accent6">
                  <a:shade val="70000"/>
                  <a:satMod val="103000"/>
                  <a:lumMod val="102000"/>
                  <a:tint val="94000"/>
                </a:schemeClr>
              </a:gs>
              <a:gs pos="50000">
                <a:schemeClr val="accent6">
                  <a:shade val="70000"/>
                  <a:satMod val="110000"/>
                  <a:lumMod val="100000"/>
                  <a:shade val="100000"/>
                </a:schemeClr>
              </a:gs>
              <a:gs pos="100000">
                <a:schemeClr val="accent6">
                  <a:shade val="70000"/>
                  <a:lumMod val="99000"/>
                  <a:satMod val="120000"/>
                  <a:shade val="78000"/>
                </a:schemeClr>
              </a:gs>
            </a:gsLst>
            <a:lin ang="5400000" scaled="0"/>
          </a:gradFill>
          <a:ln>
            <a:noFill/>
          </a:ln>
          <a:effectLst/>
        </c:spPr>
      </c:pivotFmt>
      <c:pivotFmt>
        <c:idx val="184"/>
        <c:spPr>
          <a:gradFill rotWithShape="1">
            <a:gsLst>
              <a:gs pos="0">
                <a:schemeClr val="accent6">
                  <a:shade val="71000"/>
                  <a:satMod val="103000"/>
                  <a:lumMod val="102000"/>
                  <a:tint val="94000"/>
                </a:schemeClr>
              </a:gs>
              <a:gs pos="50000">
                <a:schemeClr val="accent6">
                  <a:shade val="71000"/>
                  <a:satMod val="110000"/>
                  <a:lumMod val="100000"/>
                  <a:shade val="100000"/>
                </a:schemeClr>
              </a:gs>
              <a:gs pos="100000">
                <a:schemeClr val="accent6">
                  <a:shade val="71000"/>
                  <a:lumMod val="99000"/>
                  <a:satMod val="120000"/>
                  <a:shade val="78000"/>
                </a:schemeClr>
              </a:gs>
            </a:gsLst>
            <a:lin ang="5400000" scaled="0"/>
          </a:gradFill>
          <a:ln>
            <a:noFill/>
          </a:ln>
          <a:effectLst/>
        </c:spPr>
      </c:pivotFmt>
      <c:pivotFmt>
        <c:idx val="185"/>
        <c:spPr>
          <a:gradFill rotWithShape="1">
            <a:gsLst>
              <a:gs pos="0">
                <a:schemeClr val="accent6">
                  <a:shade val="72000"/>
                  <a:satMod val="103000"/>
                  <a:lumMod val="102000"/>
                  <a:tint val="94000"/>
                </a:schemeClr>
              </a:gs>
              <a:gs pos="50000">
                <a:schemeClr val="accent6">
                  <a:shade val="72000"/>
                  <a:satMod val="110000"/>
                  <a:lumMod val="100000"/>
                  <a:shade val="100000"/>
                </a:schemeClr>
              </a:gs>
              <a:gs pos="100000">
                <a:schemeClr val="accent6">
                  <a:shade val="72000"/>
                  <a:lumMod val="99000"/>
                  <a:satMod val="120000"/>
                  <a:shade val="78000"/>
                </a:schemeClr>
              </a:gs>
            </a:gsLst>
            <a:lin ang="5400000" scaled="0"/>
          </a:gradFill>
          <a:ln>
            <a:noFill/>
          </a:ln>
          <a:effectLst/>
        </c:spPr>
      </c:pivotFmt>
      <c:pivotFmt>
        <c:idx val="186"/>
        <c:spPr>
          <a:gradFill rotWithShape="1">
            <a:gsLst>
              <a:gs pos="0">
                <a:schemeClr val="accent6">
                  <a:shade val="73000"/>
                  <a:satMod val="103000"/>
                  <a:lumMod val="102000"/>
                  <a:tint val="94000"/>
                </a:schemeClr>
              </a:gs>
              <a:gs pos="50000">
                <a:schemeClr val="accent6">
                  <a:shade val="73000"/>
                  <a:satMod val="110000"/>
                  <a:lumMod val="100000"/>
                  <a:shade val="100000"/>
                </a:schemeClr>
              </a:gs>
              <a:gs pos="100000">
                <a:schemeClr val="accent6">
                  <a:shade val="73000"/>
                  <a:lumMod val="99000"/>
                  <a:satMod val="120000"/>
                  <a:shade val="78000"/>
                </a:schemeClr>
              </a:gs>
            </a:gsLst>
            <a:lin ang="5400000" scaled="0"/>
          </a:gradFill>
          <a:ln>
            <a:noFill/>
          </a:ln>
          <a:effectLst/>
        </c:spPr>
      </c:pivotFmt>
      <c:pivotFmt>
        <c:idx val="187"/>
        <c:spPr>
          <a:gradFill rotWithShape="1">
            <a:gsLst>
              <a:gs pos="0">
                <a:schemeClr val="accent6">
                  <a:shade val="74000"/>
                  <a:satMod val="103000"/>
                  <a:lumMod val="102000"/>
                  <a:tint val="94000"/>
                </a:schemeClr>
              </a:gs>
              <a:gs pos="50000">
                <a:schemeClr val="accent6">
                  <a:shade val="74000"/>
                  <a:satMod val="110000"/>
                  <a:lumMod val="100000"/>
                  <a:shade val="100000"/>
                </a:schemeClr>
              </a:gs>
              <a:gs pos="100000">
                <a:schemeClr val="accent6">
                  <a:shade val="74000"/>
                  <a:lumMod val="99000"/>
                  <a:satMod val="120000"/>
                  <a:shade val="78000"/>
                </a:schemeClr>
              </a:gs>
            </a:gsLst>
            <a:lin ang="5400000" scaled="0"/>
          </a:gradFill>
          <a:ln>
            <a:noFill/>
          </a:ln>
          <a:effectLst/>
        </c:spPr>
      </c:pivotFmt>
      <c:pivotFmt>
        <c:idx val="188"/>
        <c:spPr>
          <a:gradFill rotWithShape="1">
            <a:gsLst>
              <a:gs pos="0">
                <a:schemeClr val="accent6">
                  <a:shade val="75000"/>
                  <a:satMod val="103000"/>
                  <a:lumMod val="102000"/>
                  <a:tint val="94000"/>
                </a:schemeClr>
              </a:gs>
              <a:gs pos="50000">
                <a:schemeClr val="accent6">
                  <a:shade val="75000"/>
                  <a:satMod val="110000"/>
                  <a:lumMod val="100000"/>
                  <a:shade val="100000"/>
                </a:schemeClr>
              </a:gs>
              <a:gs pos="100000">
                <a:schemeClr val="accent6">
                  <a:shade val="75000"/>
                  <a:lumMod val="99000"/>
                  <a:satMod val="120000"/>
                  <a:shade val="78000"/>
                </a:schemeClr>
              </a:gs>
            </a:gsLst>
            <a:lin ang="5400000" scaled="0"/>
          </a:gradFill>
          <a:ln>
            <a:noFill/>
          </a:ln>
          <a:effectLst/>
        </c:spPr>
      </c:pivotFmt>
      <c:pivotFmt>
        <c:idx val="189"/>
        <c:spPr>
          <a:gradFill rotWithShape="1">
            <a:gsLst>
              <a:gs pos="0">
                <a:schemeClr val="accent6">
                  <a:shade val="76000"/>
                  <a:satMod val="103000"/>
                  <a:lumMod val="102000"/>
                  <a:tint val="94000"/>
                </a:schemeClr>
              </a:gs>
              <a:gs pos="50000">
                <a:schemeClr val="accent6">
                  <a:shade val="76000"/>
                  <a:satMod val="110000"/>
                  <a:lumMod val="100000"/>
                  <a:shade val="100000"/>
                </a:schemeClr>
              </a:gs>
              <a:gs pos="100000">
                <a:schemeClr val="accent6">
                  <a:shade val="76000"/>
                  <a:lumMod val="99000"/>
                  <a:satMod val="120000"/>
                  <a:shade val="78000"/>
                </a:schemeClr>
              </a:gs>
            </a:gsLst>
            <a:lin ang="5400000" scaled="0"/>
          </a:gradFill>
          <a:ln>
            <a:noFill/>
          </a:ln>
          <a:effectLst/>
        </c:spPr>
      </c:pivotFmt>
      <c:pivotFmt>
        <c:idx val="190"/>
        <c:spPr>
          <a:gradFill rotWithShape="1">
            <a:gsLst>
              <a:gs pos="0">
                <a:schemeClr val="accent6">
                  <a:shade val="77000"/>
                  <a:satMod val="103000"/>
                  <a:lumMod val="102000"/>
                  <a:tint val="94000"/>
                </a:schemeClr>
              </a:gs>
              <a:gs pos="50000">
                <a:schemeClr val="accent6">
                  <a:shade val="77000"/>
                  <a:satMod val="110000"/>
                  <a:lumMod val="100000"/>
                  <a:shade val="100000"/>
                </a:schemeClr>
              </a:gs>
              <a:gs pos="100000">
                <a:schemeClr val="accent6">
                  <a:shade val="77000"/>
                  <a:lumMod val="99000"/>
                  <a:satMod val="120000"/>
                  <a:shade val="78000"/>
                </a:schemeClr>
              </a:gs>
            </a:gsLst>
            <a:lin ang="5400000" scaled="0"/>
          </a:gradFill>
          <a:ln>
            <a:noFill/>
          </a:ln>
          <a:effectLst/>
        </c:spPr>
      </c:pivotFmt>
      <c:pivotFmt>
        <c:idx val="191"/>
        <c:spPr>
          <a:gradFill rotWithShape="1">
            <a:gsLst>
              <a:gs pos="0">
                <a:schemeClr val="accent6">
                  <a:shade val="78000"/>
                  <a:satMod val="103000"/>
                  <a:lumMod val="102000"/>
                  <a:tint val="94000"/>
                </a:schemeClr>
              </a:gs>
              <a:gs pos="50000">
                <a:schemeClr val="accent6">
                  <a:shade val="78000"/>
                  <a:satMod val="110000"/>
                  <a:lumMod val="100000"/>
                  <a:shade val="100000"/>
                </a:schemeClr>
              </a:gs>
              <a:gs pos="100000">
                <a:schemeClr val="accent6">
                  <a:shade val="78000"/>
                  <a:lumMod val="99000"/>
                  <a:satMod val="120000"/>
                  <a:shade val="78000"/>
                </a:schemeClr>
              </a:gs>
            </a:gsLst>
            <a:lin ang="5400000" scaled="0"/>
          </a:gradFill>
          <a:ln>
            <a:noFill/>
          </a:ln>
          <a:effectLst/>
        </c:spPr>
      </c:pivotFmt>
      <c:pivotFmt>
        <c:idx val="192"/>
        <c:spPr>
          <a:gradFill rotWithShape="1">
            <a:gsLst>
              <a:gs pos="0">
                <a:schemeClr val="accent6">
                  <a:shade val="79000"/>
                  <a:satMod val="103000"/>
                  <a:lumMod val="102000"/>
                  <a:tint val="94000"/>
                </a:schemeClr>
              </a:gs>
              <a:gs pos="50000">
                <a:schemeClr val="accent6">
                  <a:shade val="79000"/>
                  <a:satMod val="110000"/>
                  <a:lumMod val="100000"/>
                  <a:shade val="100000"/>
                </a:schemeClr>
              </a:gs>
              <a:gs pos="100000">
                <a:schemeClr val="accent6">
                  <a:shade val="79000"/>
                  <a:lumMod val="99000"/>
                  <a:satMod val="120000"/>
                  <a:shade val="78000"/>
                </a:schemeClr>
              </a:gs>
            </a:gsLst>
            <a:lin ang="5400000" scaled="0"/>
          </a:gradFill>
          <a:ln>
            <a:noFill/>
          </a:ln>
          <a:effectLst/>
        </c:spPr>
      </c:pivotFmt>
      <c:pivotFmt>
        <c:idx val="193"/>
        <c:spPr>
          <a:gradFill rotWithShape="1">
            <a:gsLst>
              <a:gs pos="0">
                <a:schemeClr val="accent6">
                  <a:shade val="80000"/>
                  <a:satMod val="103000"/>
                  <a:lumMod val="102000"/>
                  <a:tint val="94000"/>
                </a:schemeClr>
              </a:gs>
              <a:gs pos="50000">
                <a:schemeClr val="accent6">
                  <a:shade val="80000"/>
                  <a:satMod val="110000"/>
                  <a:lumMod val="100000"/>
                  <a:shade val="100000"/>
                </a:schemeClr>
              </a:gs>
              <a:gs pos="100000">
                <a:schemeClr val="accent6">
                  <a:shade val="80000"/>
                  <a:lumMod val="99000"/>
                  <a:satMod val="120000"/>
                  <a:shade val="78000"/>
                </a:schemeClr>
              </a:gs>
            </a:gsLst>
            <a:lin ang="5400000" scaled="0"/>
          </a:gradFill>
          <a:ln>
            <a:noFill/>
          </a:ln>
          <a:effectLst/>
        </c:spPr>
      </c:pivotFmt>
      <c:pivotFmt>
        <c:idx val="194"/>
        <c:spPr>
          <a:gradFill rotWithShape="1">
            <a:gsLst>
              <a:gs pos="0">
                <a:schemeClr val="accent6">
                  <a:shade val="81000"/>
                  <a:satMod val="103000"/>
                  <a:lumMod val="102000"/>
                  <a:tint val="94000"/>
                </a:schemeClr>
              </a:gs>
              <a:gs pos="50000">
                <a:schemeClr val="accent6">
                  <a:shade val="81000"/>
                  <a:satMod val="110000"/>
                  <a:lumMod val="100000"/>
                  <a:shade val="100000"/>
                </a:schemeClr>
              </a:gs>
              <a:gs pos="100000">
                <a:schemeClr val="accent6">
                  <a:shade val="81000"/>
                  <a:lumMod val="99000"/>
                  <a:satMod val="120000"/>
                  <a:shade val="78000"/>
                </a:schemeClr>
              </a:gs>
            </a:gsLst>
            <a:lin ang="5400000" scaled="0"/>
          </a:gradFill>
          <a:ln>
            <a:noFill/>
          </a:ln>
          <a:effectLst/>
        </c:spPr>
      </c:pivotFmt>
      <c:pivotFmt>
        <c:idx val="195"/>
        <c:spPr>
          <a:gradFill rotWithShape="1">
            <a:gsLst>
              <a:gs pos="0">
                <a:schemeClr val="accent6">
                  <a:shade val="82000"/>
                  <a:satMod val="103000"/>
                  <a:lumMod val="102000"/>
                  <a:tint val="94000"/>
                </a:schemeClr>
              </a:gs>
              <a:gs pos="50000">
                <a:schemeClr val="accent6">
                  <a:shade val="82000"/>
                  <a:satMod val="110000"/>
                  <a:lumMod val="100000"/>
                  <a:shade val="100000"/>
                </a:schemeClr>
              </a:gs>
              <a:gs pos="100000">
                <a:schemeClr val="accent6">
                  <a:shade val="82000"/>
                  <a:lumMod val="99000"/>
                  <a:satMod val="120000"/>
                  <a:shade val="78000"/>
                </a:schemeClr>
              </a:gs>
            </a:gsLst>
            <a:lin ang="5400000" scaled="0"/>
          </a:gradFill>
          <a:ln>
            <a:noFill/>
          </a:ln>
          <a:effectLst/>
        </c:spPr>
      </c:pivotFmt>
      <c:pivotFmt>
        <c:idx val="196"/>
        <c:spPr>
          <a:gradFill rotWithShape="1">
            <a:gsLst>
              <a:gs pos="0">
                <a:schemeClr val="accent6">
                  <a:shade val="83000"/>
                  <a:satMod val="103000"/>
                  <a:lumMod val="102000"/>
                  <a:tint val="94000"/>
                </a:schemeClr>
              </a:gs>
              <a:gs pos="50000">
                <a:schemeClr val="accent6">
                  <a:shade val="83000"/>
                  <a:satMod val="110000"/>
                  <a:lumMod val="100000"/>
                  <a:shade val="100000"/>
                </a:schemeClr>
              </a:gs>
              <a:gs pos="100000">
                <a:schemeClr val="accent6">
                  <a:shade val="83000"/>
                  <a:lumMod val="99000"/>
                  <a:satMod val="120000"/>
                  <a:shade val="78000"/>
                </a:schemeClr>
              </a:gs>
            </a:gsLst>
            <a:lin ang="5400000" scaled="0"/>
          </a:gradFill>
          <a:ln>
            <a:noFill/>
          </a:ln>
          <a:effectLst/>
        </c:spPr>
      </c:pivotFmt>
      <c:pivotFmt>
        <c:idx val="197"/>
        <c:spPr>
          <a:gradFill rotWithShape="1">
            <a:gsLst>
              <a:gs pos="0">
                <a:schemeClr val="accent6">
                  <a:shade val="84000"/>
                  <a:satMod val="103000"/>
                  <a:lumMod val="102000"/>
                  <a:tint val="94000"/>
                </a:schemeClr>
              </a:gs>
              <a:gs pos="50000">
                <a:schemeClr val="accent6">
                  <a:shade val="84000"/>
                  <a:satMod val="110000"/>
                  <a:lumMod val="100000"/>
                  <a:shade val="100000"/>
                </a:schemeClr>
              </a:gs>
              <a:gs pos="100000">
                <a:schemeClr val="accent6">
                  <a:shade val="84000"/>
                  <a:lumMod val="99000"/>
                  <a:satMod val="120000"/>
                  <a:shade val="78000"/>
                </a:schemeClr>
              </a:gs>
            </a:gsLst>
            <a:lin ang="5400000" scaled="0"/>
          </a:gradFill>
          <a:ln>
            <a:noFill/>
          </a:ln>
          <a:effectLst/>
        </c:spPr>
      </c:pivotFmt>
      <c:pivotFmt>
        <c:idx val="198"/>
        <c:spPr>
          <a:gradFill rotWithShape="1">
            <a:gsLst>
              <a:gs pos="0">
                <a:schemeClr val="accent6">
                  <a:shade val="85000"/>
                  <a:satMod val="103000"/>
                  <a:lumMod val="102000"/>
                  <a:tint val="94000"/>
                </a:schemeClr>
              </a:gs>
              <a:gs pos="50000">
                <a:schemeClr val="accent6">
                  <a:shade val="85000"/>
                  <a:satMod val="110000"/>
                  <a:lumMod val="100000"/>
                  <a:shade val="100000"/>
                </a:schemeClr>
              </a:gs>
              <a:gs pos="100000">
                <a:schemeClr val="accent6">
                  <a:shade val="85000"/>
                  <a:lumMod val="99000"/>
                  <a:satMod val="120000"/>
                  <a:shade val="78000"/>
                </a:schemeClr>
              </a:gs>
            </a:gsLst>
            <a:lin ang="5400000" scaled="0"/>
          </a:gradFill>
          <a:ln>
            <a:noFill/>
          </a:ln>
          <a:effectLst/>
        </c:spPr>
      </c:pivotFmt>
      <c:pivotFmt>
        <c:idx val="199"/>
        <c:spPr>
          <a:gradFill rotWithShape="1">
            <a:gsLst>
              <a:gs pos="0">
                <a:schemeClr val="accent6">
                  <a:shade val="86000"/>
                  <a:satMod val="103000"/>
                  <a:lumMod val="102000"/>
                  <a:tint val="94000"/>
                </a:schemeClr>
              </a:gs>
              <a:gs pos="50000">
                <a:schemeClr val="accent6">
                  <a:shade val="86000"/>
                  <a:satMod val="110000"/>
                  <a:lumMod val="100000"/>
                  <a:shade val="100000"/>
                </a:schemeClr>
              </a:gs>
              <a:gs pos="100000">
                <a:schemeClr val="accent6">
                  <a:shade val="86000"/>
                  <a:lumMod val="99000"/>
                  <a:satMod val="120000"/>
                  <a:shade val="78000"/>
                </a:schemeClr>
              </a:gs>
            </a:gsLst>
            <a:lin ang="5400000" scaled="0"/>
          </a:gradFill>
          <a:ln>
            <a:noFill/>
          </a:ln>
          <a:effectLst/>
        </c:spPr>
      </c:pivotFmt>
      <c:pivotFmt>
        <c:idx val="200"/>
        <c:spPr>
          <a:gradFill rotWithShape="1">
            <a:gsLst>
              <a:gs pos="0">
                <a:schemeClr val="accent6">
                  <a:shade val="87000"/>
                  <a:satMod val="103000"/>
                  <a:lumMod val="102000"/>
                  <a:tint val="94000"/>
                </a:schemeClr>
              </a:gs>
              <a:gs pos="50000">
                <a:schemeClr val="accent6">
                  <a:shade val="87000"/>
                  <a:satMod val="110000"/>
                  <a:lumMod val="100000"/>
                  <a:shade val="100000"/>
                </a:schemeClr>
              </a:gs>
              <a:gs pos="100000">
                <a:schemeClr val="accent6">
                  <a:shade val="87000"/>
                  <a:lumMod val="99000"/>
                  <a:satMod val="120000"/>
                  <a:shade val="78000"/>
                </a:schemeClr>
              </a:gs>
            </a:gsLst>
            <a:lin ang="5400000" scaled="0"/>
          </a:gradFill>
          <a:ln>
            <a:noFill/>
          </a:ln>
          <a:effectLst/>
        </c:spPr>
      </c:pivotFmt>
      <c:pivotFmt>
        <c:idx val="201"/>
        <c:spPr>
          <a:gradFill rotWithShape="1">
            <a:gsLst>
              <a:gs pos="0">
                <a:schemeClr val="accent6">
                  <a:shade val="88000"/>
                  <a:satMod val="103000"/>
                  <a:lumMod val="102000"/>
                  <a:tint val="94000"/>
                </a:schemeClr>
              </a:gs>
              <a:gs pos="50000">
                <a:schemeClr val="accent6">
                  <a:shade val="88000"/>
                  <a:satMod val="110000"/>
                  <a:lumMod val="100000"/>
                  <a:shade val="100000"/>
                </a:schemeClr>
              </a:gs>
              <a:gs pos="100000">
                <a:schemeClr val="accent6">
                  <a:shade val="88000"/>
                  <a:lumMod val="99000"/>
                  <a:satMod val="120000"/>
                  <a:shade val="78000"/>
                </a:schemeClr>
              </a:gs>
            </a:gsLst>
            <a:lin ang="5400000" scaled="0"/>
          </a:gradFill>
          <a:ln>
            <a:noFill/>
          </a:ln>
          <a:effectLst/>
        </c:spPr>
      </c:pivotFmt>
      <c:pivotFmt>
        <c:idx val="202"/>
        <c:spPr>
          <a:gradFill rotWithShape="1">
            <a:gsLst>
              <a:gs pos="0">
                <a:schemeClr val="accent6">
                  <a:shade val="89000"/>
                  <a:satMod val="103000"/>
                  <a:lumMod val="102000"/>
                  <a:tint val="94000"/>
                </a:schemeClr>
              </a:gs>
              <a:gs pos="50000">
                <a:schemeClr val="accent6">
                  <a:shade val="89000"/>
                  <a:satMod val="110000"/>
                  <a:lumMod val="100000"/>
                  <a:shade val="100000"/>
                </a:schemeClr>
              </a:gs>
              <a:gs pos="100000">
                <a:schemeClr val="accent6">
                  <a:shade val="89000"/>
                  <a:lumMod val="99000"/>
                  <a:satMod val="120000"/>
                  <a:shade val="78000"/>
                </a:schemeClr>
              </a:gs>
            </a:gsLst>
            <a:lin ang="5400000" scaled="0"/>
          </a:gradFill>
          <a:ln>
            <a:noFill/>
          </a:ln>
          <a:effectLst/>
        </c:spPr>
      </c:pivotFmt>
      <c:pivotFmt>
        <c:idx val="203"/>
        <c:spPr>
          <a:gradFill rotWithShape="1">
            <a:gsLst>
              <a:gs pos="0">
                <a:schemeClr val="accent6">
                  <a:shade val="90000"/>
                  <a:satMod val="103000"/>
                  <a:lumMod val="102000"/>
                  <a:tint val="94000"/>
                </a:schemeClr>
              </a:gs>
              <a:gs pos="50000">
                <a:schemeClr val="accent6">
                  <a:shade val="90000"/>
                  <a:satMod val="110000"/>
                  <a:lumMod val="100000"/>
                  <a:shade val="100000"/>
                </a:schemeClr>
              </a:gs>
              <a:gs pos="100000">
                <a:schemeClr val="accent6">
                  <a:shade val="90000"/>
                  <a:lumMod val="99000"/>
                  <a:satMod val="120000"/>
                  <a:shade val="78000"/>
                </a:schemeClr>
              </a:gs>
            </a:gsLst>
            <a:lin ang="5400000" scaled="0"/>
          </a:gradFill>
          <a:ln>
            <a:noFill/>
          </a:ln>
          <a:effectLst/>
        </c:spPr>
      </c:pivotFmt>
      <c:pivotFmt>
        <c:idx val="204"/>
        <c:spPr>
          <a:gradFill rotWithShape="1">
            <a:gsLst>
              <a:gs pos="0">
                <a:schemeClr val="accent6">
                  <a:shade val="91000"/>
                  <a:satMod val="103000"/>
                  <a:lumMod val="102000"/>
                  <a:tint val="94000"/>
                </a:schemeClr>
              </a:gs>
              <a:gs pos="50000">
                <a:schemeClr val="accent6">
                  <a:shade val="91000"/>
                  <a:satMod val="110000"/>
                  <a:lumMod val="100000"/>
                  <a:shade val="100000"/>
                </a:schemeClr>
              </a:gs>
              <a:gs pos="100000">
                <a:schemeClr val="accent6">
                  <a:shade val="91000"/>
                  <a:lumMod val="99000"/>
                  <a:satMod val="120000"/>
                  <a:shade val="78000"/>
                </a:schemeClr>
              </a:gs>
            </a:gsLst>
            <a:lin ang="5400000" scaled="0"/>
          </a:gradFill>
          <a:ln>
            <a:noFill/>
          </a:ln>
          <a:effectLst/>
        </c:spPr>
      </c:pivotFmt>
      <c:pivotFmt>
        <c:idx val="205"/>
        <c:spPr>
          <a:gradFill rotWithShape="1">
            <a:gsLst>
              <a:gs pos="0">
                <a:schemeClr val="accent6">
                  <a:shade val="92000"/>
                  <a:satMod val="103000"/>
                  <a:lumMod val="102000"/>
                  <a:tint val="94000"/>
                </a:schemeClr>
              </a:gs>
              <a:gs pos="50000">
                <a:schemeClr val="accent6">
                  <a:shade val="92000"/>
                  <a:satMod val="110000"/>
                  <a:lumMod val="100000"/>
                  <a:shade val="100000"/>
                </a:schemeClr>
              </a:gs>
              <a:gs pos="100000">
                <a:schemeClr val="accent6">
                  <a:shade val="92000"/>
                  <a:lumMod val="99000"/>
                  <a:satMod val="120000"/>
                  <a:shade val="78000"/>
                </a:schemeClr>
              </a:gs>
            </a:gsLst>
            <a:lin ang="5400000" scaled="0"/>
          </a:gradFill>
          <a:ln>
            <a:noFill/>
          </a:ln>
          <a:effectLst/>
        </c:spPr>
      </c:pivotFmt>
      <c:pivotFmt>
        <c:idx val="206"/>
        <c:spPr>
          <a:gradFill rotWithShape="1">
            <a:gsLst>
              <a:gs pos="0">
                <a:schemeClr val="accent6">
                  <a:shade val="93000"/>
                  <a:satMod val="103000"/>
                  <a:lumMod val="102000"/>
                  <a:tint val="94000"/>
                </a:schemeClr>
              </a:gs>
              <a:gs pos="50000">
                <a:schemeClr val="accent6">
                  <a:shade val="93000"/>
                  <a:satMod val="110000"/>
                  <a:lumMod val="100000"/>
                  <a:shade val="100000"/>
                </a:schemeClr>
              </a:gs>
              <a:gs pos="100000">
                <a:schemeClr val="accent6">
                  <a:shade val="93000"/>
                  <a:lumMod val="99000"/>
                  <a:satMod val="120000"/>
                  <a:shade val="78000"/>
                </a:schemeClr>
              </a:gs>
            </a:gsLst>
            <a:lin ang="5400000" scaled="0"/>
          </a:gradFill>
          <a:ln>
            <a:noFill/>
          </a:ln>
          <a:effectLst/>
        </c:spPr>
      </c:pivotFmt>
      <c:pivotFmt>
        <c:idx val="207"/>
        <c:spPr>
          <a:gradFill rotWithShape="1">
            <a:gsLst>
              <a:gs pos="0">
                <a:schemeClr val="accent6">
                  <a:shade val="94000"/>
                  <a:satMod val="103000"/>
                  <a:lumMod val="102000"/>
                  <a:tint val="94000"/>
                </a:schemeClr>
              </a:gs>
              <a:gs pos="50000">
                <a:schemeClr val="accent6">
                  <a:shade val="94000"/>
                  <a:satMod val="110000"/>
                  <a:lumMod val="100000"/>
                  <a:shade val="100000"/>
                </a:schemeClr>
              </a:gs>
              <a:gs pos="100000">
                <a:schemeClr val="accent6">
                  <a:shade val="94000"/>
                  <a:lumMod val="99000"/>
                  <a:satMod val="120000"/>
                  <a:shade val="78000"/>
                </a:schemeClr>
              </a:gs>
            </a:gsLst>
            <a:lin ang="5400000" scaled="0"/>
          </a:gradFill>
          <a:ln>
            <a:noFill/>
          </a:ln>
          <a:effectLst/>
        </c:spPr>
      </c:pivotFmt>
      <c:pivotFmt>
        <c:idx val="208"/>
        <c:spPr>
          <a:gradFill rotWithShape="1">
            <a:gsLst>
              <a:gs pos="0">
                <a:schemeClr val="accent6">
                  <a:shade val="95000"/>
                  <a:satMod val="103000"/>
                  <a:lumMod val="102000"/>
                  <a:tint val="94000"/>
                </a:schemeClr>
              </a:gs>
              <a:gs pos="50000">
                <a:schemeClr val="accent6">
                  <a:shade val="95000"/>
                  <a:satMod val="110000"/>
                  <a:lumMod val="100000"/>
                  <a:shade val="100000"/>
                </a:schemeClr>
              </a:gs>
              <a:gs pos="100000">
                <a:schemeClr val="accent6">
                  <a:shade val="95000"/>
                  <a:lumMod val="99000"/>
                  <a:satMod val="120000"/>
                  <a:shade val="78000"/>
                </a:schemeClr>
              </a:gs>
            </a:gsLst>
            <a:lin ang="5400000" scaled="0"/>
          </a:gradFill>
          <a:ln>
            <a:noFill/>
          </a:ln>
          <a:effectLst/>
        </c:spPr>
      </c:pivotFmt>
      <c:pivotFmt>
        <c:idx val="209"/>
        <c:spPr>
          <a:gradFill rotWithShape="1">
            <a:gsLst>
              <a:gs pos="0">
                <a:schemeClr val="accent6">
                  <a:shade val="96000"/>
                  <a:satMod val="103000"/>
                  <a:lumMod val="102000"/>
                  <a:tint val="94000"/>
                </a:schemeClr>
              </a:gs>
              <a:gs pos="50000">
                <a:schemeClr val="accent6">
                  <a:shade val="96000"/>
                  <a:satMod val="110000"/>
                  <a:lumMod val="100000"/>
                  <a:shade val="100000"/>
                </a:schemeClr>
              </a:gs>
              <a:gs pos="100000">
                <a:schemeClr val="accent6">
                  <a:shade val="96000"/>
                  <a:lumMod val="99000"/>
                  <a:satMod val="120000"/>
                  <a:shade val="78000"/>
                </a:schemeClr>
              </a:gs>
            </a:gsLst>
            <a:lin ang="5400000" scaled="0"/>
          </a:gradFill>
          <a:ln>
            <a:noFill/>
          </a:ln>
          <a:effectLst/>
        </c:spPr>
      </c:pivotFmt>
      <c:pivotFmt>
        <c:idx val="210"/>
        <c:spPr>
          <a:gradFill rotWithShape="1">
            <a:gsLst>
              <a:gs pos="0">
                <a:schemeClr val="accent6">
                  <a:shade val="97000"/>
                  <a:satMod val="103000"/>
                  <a:lumMod val="102000"/>
                  <a:tint val="94000"/>
                </a:schemeClr>
              </a:gs>
              <a:gs pos="50000">
                <a:schemeClr val="accent6">
                  <a:shade val="97000"/>
                  <a:satMod val="110000"/>
                  <a:lumMod val="100000"/>
                  <a:shade val="100000"/>
                </a:schemeClr>
              </a:gs>
              <a:gs pos="100000">
                <a:schemeClr val="accent6">
                  <a:shade val="97000"/>
                  <a:lumMod val="99000"/>
                  <a:satMod val="120000"/>
                  <a:shade val="78000"/>
                </a:schemeClr>
              </a:gs>
            </a:gsLst>
            <a:lin ang="5400000" scaled="0"/>
          </a:gradFill>
          <a:ln>
            <a:noFill/>
          </a:ln>
          <a:effectLst/>
        </c:spPr>
      </c:pivotFmt>
      <c:pivotFmt>
        <c:idx val="211"/>
        <c:spPr>
          <a:gradFill rotWithShape="1">
            <a:gsLst>
              <a:gs pos="0">
                <a:schemeClr val="accent6">
                  <a:shade val="98000"/>
                  <a:satMod val="103000"/>
                  <a:lumMod val="102000"/>
                  <a:tint val="94000"/>
                </a:schemeClr>
              </a:gs>
              <a:gs pos="50000">
                <a:schemeClr val="accent6">
                  <a:shade val="98000"/>
                  <a:satMod val="110000"/>
                  <a:lumMod val="100000"/>
                  <a:shade val="100000"/>
                </a:schemeClr>
              </a:gs>
              <a:gs pos="100000">
                <a:schemeClr val="accent6">
                  <a:shade val="98000"/>
                  <a:lumMod val="99000"/>
                  <a:satMod val="120000"/>
                  <a:shade val="78000"/>
                </a:schemeClr>
              </a:gs>
            </a:gsLst>
            <a:lin ang="5400000" scaled="0"/>
          </a:gradFill>
          <a:ln>
            <a:noFill/>
          </a:ln>
          <a:effectLst/>
        </c:spPr>
      </c:pivotFmt>
      <c:pivotFmt>
        <c:idx val="212"/>
        <c:spPr>
          <a:gradFill rotWithShape="1">
            <a:gsLst>
              <a:gs pos="0">
                <a:schemeClr val="accent6">
                  <a:shade val="99000"/>
                  <a:satMod val="103000"/>
                  <a:lumMod val="102000"/>
                  <a:tint val="94000"/>
                </a:schemeClr>
              </a:gs>
              <a:gs pos="50000">
                <a:schemeClr val="accent6">
                  <a:shade val="99000"/>
                  <a:satMod val="110000"/>
                  <a:lumMod val="100000"/>
                  <a:shade val="100000"/>
                </a:schemeClr>
              </a:gs>
              <a:gs pos="100000">
                <a:schemeClr val="accent6">
                  <a:shade val="99000"/>
                  <a:lumMod val="99000"/>
                  <a:satMod val="120000"/>
                  <a:shade val="78000"/>
                </a:schemeClr>
              </a:gs>
            </a:gsLst>
            <a:lin ang="5400000" scaled="0"/>
          </a:gradFill>
          <a:ln>
            <a:noFill/>
          </a:ln>
          <a:effectLst/>
        </c:spPr>
      </c:pivotFmt>
      <c:pivotFmt>
        <c:idx val="213"/>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pivotFmt>
      <c:pivotFmt>
        <c:idx val="214"/>
        <c:spPr>
          <a:gradFill rotWithShape="1">
            <a:gsLst>
              <a:gs pos="0">
                <a:schemeClr val="accent6">
                  <a:tint val="99000"/>
                  <a:satMod val="103000"/>
                  <a:lumMod val="102000"/>
                  <a:tint val="94000"/>
                </a:schemeClr>
              </a:gs>
              <a:gs pos="50000">
                <a:schemeClr val="accent6">
                  <a:tint val="99000"/>
                  <a:satMod val="110000"/>
                  <a:lumMod val="100000"/>
                  <a:shade val="100000"/>
                </a:schemeClr>
              </a:gs>
              <a:gs pos="100000">
                <a:schemeClr val="accent6">
                  <a:tint val="99000"/>
                  <a:lumMod val="99000"/>
                  <a:satMod val="120000"/>
                  <a:shade val="78000"/>
                </a:schemeClr>
              </a:gs>
            </a:gsLst>
            <a:lin ang="5400000" scaled="0"/>
          </a:gradFill>
          <a:ln>
            <a:noFill/>
          </a:ln>
          <a:effectLst/>
        </c:spPr>
      </c:pivotFmt>
      <c:pivotFmt>
        <c:idx val="215"/>
        <c:spPr>
          <a:gradFill rotWithShape="1">
            <a:gsLst>
              <a:gs pos="0">
                <a:schemeClr val="accent6">
                  <a:tint val="98000"/>
                  <a:satMod val="103000"/>
                  <a:lumMod val="102000"/>
                  <a:tint val="94000"/>
                </a:schemeClr>
              </a:gs>
              <a:gs pos="50000">
                <a:schemeClr val="accent6">
                  <a:tint val="98000"/>
                  <a:satMod val="110000"/>
                  <a:lumMod val="100000"/>
                  <a:shade val="100000"/>
                </a:schemeClr>
              </a:gs>
              <a:gs pos="100000">
                <a:schemeClr val="accent6">
                  <a:tint val="98000"/>
                  <a:lumMod val="99000"/>
                  <a:satMod val="120000"/>
                  <a:shade val="78000"/>
                </a:schemeClr>
              </a:gs>
            </a:gsLst>
            <a:lin ang="5400000" scaled="0"/>
          </a:gradFill>
          <a:ln>
            <a:noFill/>
          </a:ln>
          <a:effectLst/>
        </c:spPr>
      </c:pivotFmt>
      <c:pivotFmt>
        <c:idx val="216"/>
        <c:spPr>
          <a:gradFill rotWithShape="1">
            <a:gsLst>
              <a:gs pos="0">
                <a:schemeClr val="accent6">
                  <a:tint val="97000"/>
                  <a:satMod val="103000"/>
                  <a:lumMod val="102000"/>
                  <a:tint val="94000"/>
                </a:schemeClr>
              </a:gs>
              <a:gs pos="50000">
                <a:schemeClr val="accent6">
                  <a:tint val="97000"/>
                  <a:satMod val="110000"/>
                  <a:lumMod val="100000"/>
                  <a:shade val="100000"/>
                </a:schemeClr>
              </a:gs>
              <a:gs pos="100000">
                <a:schemeClr val="accent6">
                  <a:tint val="97000"/>
                  <a:lumMod val="99000"/>
                  <a:satMod val="120000"/>
                  <a:shade val="78000"/>
                </a:schemeClr>
              </a:gs>
            </a:gsLst>
            <a:lin ang="5400000" scaled="0"/>
          </a:gradFill>
          <a:ln>
            <a:noFill/>
          </a:ln>
          <a:effectLst/>
        </c:spPr>
      </c:pivotFmt>
      <c:pivotFmt>
        <c:idx val="217"/>
        <c:spPr>
          <a:gradFill rotWithShape="1">
            <a:gsLst>
              <a:gs pos="0">
                <a:schemeClr val="accent6">
                  <a:tint val="96000"/>
                  <a:satMod val="103000"/>
                  <a:lumMod val="102000"/>
                  <a:tint val="94000"/>
                </a:schemeClr>
              </a:gs>
              <a:gs pos="50000">
                <a:schemeClr val="accent6">
                  <a:tint val="96000"/>
                  <a:satMod val="110000"/>
                  <a:lumMod val="100000"/>
                  <a:shade val="100000"/>
                </a:schemeClr>
              </a:gs>
              <a:gs pos="100000">
                <a:schemeClr val="accent6">
                  <a:tint val="96000"/>
                  <a:lumMod val="99000"/>
                  <a:satMod val="120000"/>
                  <a:shade val="78000"/>
                </a:schemeClr>
              </a:gs>
            </a:gsLst>
            <a:lin ang="5400000" scaled="0"/>
          </a:gradFill>
          <a:ln>
            <a:noFill/>
          </a:ln>
          <a:effectLst/>
        </c:spPr>
      </c:pivotFmt>
      <c:pivotFmt>
        <c:idx val="218"/>
        <c:spPr>
          <a:gradFill rotWithShape="1">
            <a:gsLst>
              <a:gs pos="0">
                <a:schemeClr val="accent6">
                  <a:tint val="95000"/>
                  <a:satMod val="103000"/>
                  <a:lumMod val="102000"/>
                  <a:tint val="94000"/>
                </a:schemeClr>
              </a:gs>
              <a:gs pos="50000">
                <a:schemeClr val="accent6">
                  <a:tint val="95000"/>
                  <a:satMod val="110000"/>
                  <a:lumMod val="100000"/>
                  <a:shade val="100000"/>
                </a:schemeClr>
              </a:gs>
              <a:gs pos="100000">
                <a:schemeClr val="accent6">
                  <a:tint val="95000"/>
                  <a:lumMod val="99000"/>
                  <a:satMod val="120000"/>
                  <a:shade val="78000"/>
                </a:schemeClr>
              </a:gs>
            </a:gsLst>
            <a:lin ang="5400000" scaled="0"/>
          </a:gradFill>
          <a:ln>
            <a:noFill/>
          </a:ln>
          <a:effectLst/>
        </c:spPr>
      </c:pivotFmt>
      <c:pivotFmt>
        <c:idx val="219"/>
        <c:spPr>
          <a:gradFill rotWithShape="1">
            <a:gsLst>
              <a:gs pos="0">
                <a:schemeClr val="accent6">
                  <a:tint val="94000"/>
                  <a:satMod val="103000"/>
                  <a:lumMod val="102000"/>
                  <a:tint val="94000"/>
                </a:schemeClr>
              </a:gs>
              <a:gs pos="50000">
                <a:schemeClr val="accent6">
                  <a:tint val="94000"/>
                  <a:satMod val="110000"/>
                  <a:lumMod val="100000"/>
                  <a:shade val="100000"/>
                </a:schemeClr>
              </a:gs>
              <a:gs pos="100000">
                <a:schemeClr val="accent6">
                  <a:tint val="94000"/>
                  <a:lumMod val="99000"/>
                  <a:satMod val="120000"/>
                  <a:shade val="78000"/>
                </a:schemeClr>
              </a:gs>
            </a:gsLst>
            <a:lin ang="5400000" scaled="0"/>
          </a:gradFill>
          <a:ln>
            <a:noFill/>
          </a:ln>
          <a:effectLst/>
        </c:spPr>
      </c:pivotFmt>
      <c:pivotFmt>
        <c:idx val="220"/>
        <c:spPr>
          <a:gradFill rotWithShape="1">
            <a:gsLst>
              <a:gs pos="0">
                <a:schemeClr val="accent6">
                  <a:tint val="93000"/>
                  <a:satMod val="103000"/>
                  <a:lumMod val="102000"/>
                  <a:tint val="94000"/>
                </a:schemeClr>
              </a:gs>
              <a:gs pos="50000">
                <a:schemeClr val="accent6">
                  <a:tint val="93000"/>
                  <a:satMod val="110000"/>
                  <a:lumMod val="100000"/>
                  <a:shade val="100000"/>
                </a:schemeClr>
              </a:gs>
              <a:gs pos="100000">
                <a:schemeClr val="accent6">
                  <a:tint val="93000"/>
                  <a:lumMod val="99000"/>
                  <a:satMod val="120000"/>
                  <a:shade val="78000"/>
                </a:schemeClr>
              </a:gs>
            </a:gsLst>
            <a:lin ang="5400000" scaled="0"/>
          </a:gradFill>
          <a:ln>
            <a:noFill/>
          </a:ln>
          <a:effectLst/>
        </c:spPr>
      </c:pivotFmt>
      <c:pivotFmt>
        <c:idx val="221"/>
        <c:spPr>
          <a:gradFill rotWithShape="1">
            <a:gsLst>
              <a:gs pos="0">
                <a:schemeClr val="accent6">
                  <a:tint val="92000"/>
                  <a:satMod val="103000"/>
                  <a:lumMod val="102000"/>
                  <a:tint val="94000"/>
                </a:schemeClr>
              </a:gs>
              <a:gs pos="50000">
                <a:schemeClr val="accent6">
                  <a:tint val="92000"/>
                  <a:satMod val="110000"/>
                  <a:lumMod val="100000"/>
                  <a:shade val="100000"/>
                </a:schemeClr>
              </a:gs>
              <a:gs pos="100000">
                <a:schemeClr val="accent6">
                  <a:tint val="92000"/>
                  <a:lumMod val="99000"/>
                  <a:satMod val="120000"/>
                  <a:shade val="78000"/>
                </a:schemeClr>
              </a:gs>
            </a:gsLst>
            <a:lin ang="5400000" scaled="0"/>
          </a:gradFill>
          <a:ln>
            <a:noFill/>
          </a:ln>
          <a:effectLst/>
        </c:spPr>
      </c:pivotFmt>
      <c:pivotFmt>
        <c:idx val="222"/>
        <c:spPr>
          <a:gradFill rotWithShape="1">
            <a:gsLst>
              <a:gs pos="0">
                <a:schemeClr val="accent6">
                  <a:tint val="91000"/>
                  <a:satMod val="103000"/>
                  <a:lumMod val="102000"/>
                  <a:tint val="94000"/>
                </a:schemeClr>
              </a:gs>
              <a:gs pos="50000">
                <a:schemeClr val="accent6">
                  <a:tint val="91000"/>
                  <a:satMod val="110000"/>
                  <a:lumMod val="100000"/>
                  <a:shade val="100000"/>
                </a:schemeClr>
              </a:gs>
              <a:gs pos="100000">
                <a:schemeClr val="accent6">
                  <a:tint val="91000"/>
                  <a:lumMod val="99000"/>
                  <a:satMod val="120000"/>
                  <a:shade val="78000"/>
                </a:schemeClr>
              </a:gs>
            </a:gsLst>
            <a:lin ang="5400000" scaled="0"/>
          </a:gradFill>
          <a:ln>
            <a:noFill/>
          </a:ln>
          <a:effectLst/>
        </c:spPr>
      </c:pivotFmt>
      <c:pivotFmt>
        <c:idx val="223"/>
        <c:spPr>
          <a:gradFill rotWithShape="1">
            <a:gsLst>
              <a:gs pos="0">
                <a:schemeClr val="accent6">
                  <a:tint val="90000"/>
                  <a:satMod val="103000"/>
                  <a:lumMod val="102000"/>
                  <a:tint val="94000"/>
                </a:schemeClr>
              </a:gs>
              <a:gs pos="50000">
                <a:schemeClr val="accent6">
                  <a:tint val="90000"/>
                  <a:satMod val="110000"/>
                  <a:lumMod val="100000"/>
                  <a:shade val="100000"/>
                </a:schemeClr>
              </a:gs>
              <a:gs pos="100000">
                <a:schemeClr val="accent6">
                  <a:tint val="90000"/>
                  <a:lumMod val="99000"/>
                  <a:satMod val="120000"/>
                  <a:shade val="78000"/>
                </a:schemeClr>
              </a:gs>
            </a:gsLst>
            <a:lin ang="5400000" scaled="0"/>
          </a:gradFill>
          <a:ln>
            <a:noFill/>
          </a:ln>
          <a:effectLst/>
        </c:spPr>
      </c:pivotFmt>
      <c:pivotFmt>
        <c:idx val="224"/>
        <c:spPr>
          <a:gradFill rotWithShape="1">
            <a:gsLst>
              <a:gs pos="0">
                <a:schemeClr val="accent6">
                  <a:tint val="89000"/>
                  <a:satMod val="103000"/>
                  <a:lumMod val="102000"/>
                  <a:tint val="94000"/>
                </a:schemeClr>
              </a:gs>
              <a:gs pos="50000">
                <a:schemeClr val="accent6">
                  <a:tint val="89000"/>
                  <a:satMod val="110000"/>
                  <a:lumMod val="100000"/>
                  <a:shade val="100000"/>
                </a:schemeClr>
              </a:gs>
              <a:gs pos="100000">
                <a:schemeClr val="accent6">
                  <a:tint val="89000"/>
                  <a:lumMod val="99000"/>
                  <a:satMod val="120000"/>
                  <a:shade val="78000"/>
                </a:schemeClr>
              </a:gs>
            </a:gsLst>
            <a:lin ang="5400000" scaled="0"/>
          </a:gradFill>
          <a:ln>
            <a:noFill/>
          </a:ln>
          <a:effectLst/>
        </c:spPr>
      </c:pivotFmt>
      <c:pivotFmt>
        <c:idx val="225"/>
        <c:spPr>
          <a:gradFill rotWithShape="1">
            <a:gsLst>
              <a:gs pos="0">
                <a:schemeClr val="accent6">
                  <a:tint val="88000"/>
                  <a:satMod val="103000"/>
                  <a:lumMod val="102000"/>
                  <a:tint val="94000"/>
                </a:schemeClr>
              </a:gs>
              <a:gs pos="50000">
                <a:schemeClr val="accent6">
                  <a:tint val="88000"/>
                  <a:satMod val="110000"/>
                  <a:lumMod val="100000"/>
                  <a:shade val="100000"/>
                </a:schemeClr>
              </a:gs>
              <a:gs pos="100000">
                <a:schemeClr val="accent6">
                  <a:tint val="88000"/>
                  <a:lumMod val="99000"/>
                  <a:satMod val="120000"/>
                  <a:shade val="78000"/>
                </a:schemeClr>
              </a:gs>
            </a:gsLst>
            <a:lin ang="5400000" scaled="0"/>
          </a:gradFill>
          <a:ln>
            <a:noFill/>
          </a:ln>
          <a:effectLst/>
        </c:spPr>
      </c:pivotFmt>
      <c:pivotFmt>
        <c:idx val="226"/>
        <c:spPr>
          <a:gradFill rotWithShape="1">
            <a:gsLst>
              <a:gs pos="0">
                <a:schemeClr val="accent6">
                  <a:tint val="87000"/>
                  <a:satMod val="103000"/>
                  <a:lumMod val="102000"/>
                  <a:tint val="94000"/>
                </a:schemeClr>
              </a:gs>
              <a:gs pos="50000">
                <a:schemeClr val="accent6">
                  <a:tint val="87000"/>
                  <a:satMod val="110000"/>
                  <a:lumMod val="100000"/>
                  <a:shade val="100000"/>
                </a:schemeClr>
              </a:gs>
              <a:gs pos="100000">
                <a:schemeClr val="accent6">
                  <a:tint val="87000"/>
                  <a:lumMod val="99000"/>
                  <a:satMod val="120000"/>
                  <a:shade val="78000"/>
                </a:schemeClr>
              </a:gs>
            </a:gsLst>
            <a:lin ang="5400000" scaled="0"/>
          </a:gradFill>
          <a:ln>
            <a:noFill/>
          </a:ln>
          <a:effectLst/>
        </c:spPr>
      </c:pivotFmt>
      <c:pivotFmt>
        <c:idx val="227"/>
        <c:spPr>
          <a:gradFill rotWithShape="1">
            <a:gsLst>
              <a:gs pos="0">
                <a:schemeClr val="accent6">
                  <a:tint val="86000"/>
                  <a:satMod val="103000"/>
                  <a:lumMod val="102000"/>
                  <a:tint val="94000"/>
                </a:schemeClr>
              </a:gs>
              <a:gs pos="50000">
                <a:schemeClr val="accent6">
                  <a:tint val="86000"/>
                  <a:satMod val="110000"/>
                  <a:lumMod val="100000"/>
                  <a:shade val="100000"/>
                </a:schemeClr>
              </a:gs>
              <a:gs pos="100000">
                <a:schemeClr val="accent6">
                  <a:tint val="86000"/>
                  <a:lumMod val="99000"/>
                  <a:satMod val="120000"/>
                  <a:shade val="78000"/>
                </a:schemeClr>
              </a:gs>
            </a:gsLst>
            <a:lin ang="5400000" scaled="0"/>
          </a:gradFill>
          <a:ln>
            <a:noFill/>
          </a:ln>
          <a:effectLst/>
        </c:spPr>
      </c:pivotFmt>
      <c:pivotFmt>
        <c:idx val="228"/>
        <c:spPr>
          <a:gradFill rotWithShape="1">
            <a:gsLst>
              <a:gs pos="0">
                <a:schemeClr val="accent6">
                  <a:tint val="85000"/>
                  <a:satMod val="103000"/>
                  <a:lumMod val="102000"/>
                  <a:tint val="94000"/>
                </a:schemeClr>
              </a:gs>
              <a:gs pos="50000">
                <a:schemeClr val="accent6">
                  <a:tint val="85000"/>
                  <a:satMod val="110000"/>
                  <a:lumMod val="100000"/>
                  <a:shade val="100000"/>
                </a:schemeClr>
              </a:gs>
              <a:gs pos="100000">
                <a:schemeClr val="accent6">
                  <a:tint val="85000"/>
                  <a:lumMod val="99000"/>
                  <a:satMod val="120000"/>
                  <a:shade val="78000"/>
                </a:schemeClr>
              </a:gs>
            </a:gsLst>
            <a:lin ang="5400000" scaled="0"/>
          </a:gradFill>
          <a:ln>
            <a:noFill/>
          </a:ln>
          <a:effectLst/>
        </c:spPr>
      </c:pivotFmt>
      <c:pivotFmt>
        <c:idx val="229"/>
        <c:spPr>
          <a:gradFill rotWithShape="1">
            <a:gsLst>
              <a:gs pos="0">
                <a:schemeClr val="accent6">
                  <a:tint val="84000"/>
                  <a:satMod val="103000"/>
                  <a:lumMod val="102000"/>
                  <a:tint val="94000"/>
                </a:schemeClr>
              </a:gs>
              <a:gs pos="50000">
                <a:schemeClr val="accent6">
                  <a:tint val="84000"/>
                  <a:satMod val="110000"/>
                  <a:lumMod val="100000"/>
                  <a:shade val="100000"/>
                </a:schemeClr>
              </a:gs>
              <a:gs pos="100000">
                <a:schemeClr val="accent6">
                  <a:tint val="84000"/>
                  <a:lumMod val="99000"/>
                  <a:satMod val="120000"/>
                  <a:shade val="78000"/>
                </a:schemeClr>
              </a:gs>
            </a:gsLst>
            <a:lin ang="5400000" scaled="0"/>
          </a:gradFill>
          <a:ln>
            <a:noFill/>
          </a:ln>
          <a:effectLst/>
        </c:spPr>
      </c:pivotFmt>
      <c:pivotFmt>
        <c:idx val="230"/>
        <c:spPr>
          <a:gradFill rotWithShape="1">
            <a:gsLst>
              <a:gs pos="0">
                <a:schemeClr val="accent6">
                  <a:tint val="83000"/>
                  <a:satMod val="103000"/>
                  <a:lumMod val="102000"/>
                  <a:tint val="94000"/>
                </a:schemeClr>
              </a:gs>
              <a:gs pos="50000">
                <a:schemeClr val="accent6">
                  <a:tint val="83000"/>
                  <a:satMod val="110000"/>
                  <a:lumMod val="100000"/>
                  <a:shade val="100000"/>
                </a:schemeClr>
              </a:gs>
              <a:gs pos="100000">
                <a:schemeClr val="accent6">
                  <a:tint val="83000"/>
                  <a:lumMod val="99000"/>
                  <a:satMod val="120000"/>
                  <a:shade val="78000"/>
                </a:schemeClr>
              </a:gs>
            </a:gsLst>
            <a:lin ang="5400000" scaled="0"/>
          </a:gradFill>
          <a:ln>
            <a:noFill/>
          </a:ln>
          <a:effectLst/>
        </c:spPr>
      </c:pivotFmt>
      <c:pivotFmt>
        <c:idx val="231"/>
        <c:spPr>
          <a:gradFill rotWithShape="1">
            <a:gsLst>
              <a:gs pos="0">
                <a:schemeClr val="accent6">
                  <a:tint val="82000"/>
                  <a:satMod val="103000"/>
                  <a:lumMod val="102000"/>
                  <a:tint val="94000"/>
                </a:schemeClr>
              </a:gs>
              <a:gs pos="50000">
                <a:schemeClr val="accent6">
                  <a:tint val="82000"/>
                  <a:satMod val="110000"/>
                  <a:lumMod val="100000"/>
                  <a:shade val="100000"/>
                </a:schemeClr>
              </a:gs>
              <a:gs pos="100000">
                <a:schemeClr val="accent6">
                  <a:tint val="82000"/>
                  <a:lumMod val="99000"/>
                  <a:satMod val="120000"/>
                  <a:shade val="78000"/>
                </a:schemeClr>
              </a:gs>
            </a:gsLst>
            <a:lin ang="5400000" scaled="0"/>
          </a:gradFill>
          <a:ln>
            <a:noFill/>
          </a:ln>
          <a:effectLst/>
        </c:spPr>
      </c:pivotFmt>
      <c:pivotFmt>
        <c:idx val="232"/>
        <c:spPr>
          <a:gradFill rotWithShape="1">
            <a:gsLst>
              <a:gs pos="0">
                <a:schemeClr val="accent6">
                  <a:tint val="81000"/>
                  <a:satMod val="103000"/>
                  <a:lumMod val="102000"/>
                  <a:tint val="94000"/>
                </a:schemeClr>
              </a:gs>
              <a:gs pos="50000">
                <a:schemeClr val="accent6">
                  <a:tint val="81000"/>
                  <a:satMod val="110000"/>
                  <a:lumMod val="100000"/>
                  <a:shade val="100000"/>
                </a:schemeClr>
              </a:gs>
              <a:gs pos="100000">
                <a:schemeClr val="accent6">
                  <a:tint val="81000"/>
                  <a:lumMod val="99000"/>
                  <a:satMod val="120000"/>
                  <a:shade val="78000"/>
                </a:schemeClr>
              </a:gs>
            </a:gsLst>
            <a:lin ang="5400000" scaled="0"/>
          </a:gradFill>
          <a:ln>
            <a:noFill/>
          </a:ln>
          <a:effectLst/>
        </c:spPr>
      </c:pivotFmt>
      <c:pivotFmt>
        <c:idx val="233"/>
        <c:spPr>
          <a:gradFill rotWithShape="1">
            <a:gsLst>
              <a:gs pos="0">
                <a:schemeClr val="accent6">
                  <a:tint val="80000"/>
                  <a:satMod val="103000"/>
                  <a:lumMod val="102000"/>
                  <a:tint val="94000"/>
                </a:schemeClr>
              </a:gs>
              <a:gs pos="50000">
                <a:schemeClr val="accent6">
                  <a:tint val="80000"/>
                  <a:satMod val="110000"/>
                  <a:lumMod val="100000"/>
                  <a:shade val="100000"/>
                </a:schemeClr>
              </a:gs>
              <a:gs pos="100000">
                <a:schemeClr val="accent6">
                  <a:tint val="80000"/>
                  <a:lumMod val="99000"/>
                  <a:satMod val="120000"/>
                  <a:shade val="78000"/>
                </a:schemeClr>
              </a:gs>
            </a:gsLst>
            <a:lin ang="5400000" scaled="0"/>
          </a:gradFill>
          <a:ln>
            <a:noFill/>
          </a:ln>
          <a:effectLst/>
        </c:spPr>
      </c:pivotFmt>
      <c:pivotFmt>
        <c:idx val="234"/>
        <c:spPr>
          <a:gradFill rotWithShape="1">
            <a:gsLst>
              <a:gs pos="0">
                <a:schemeClr val="accent6">
                  <a:tint val="79000"/>
                  <a:satMod val="103000"/>
                  <a:lumMod val="102000"/>
                  <a:tint val="94000"/>
                </a:schemeClr>
              </a:gs>
              <a:gs pos="50000">
                <a:schemeClr val="accent6">
                  <a:tint val="79000"/>
                  <a:satMod val="110000"/>
                  <a:lumMod val="100000"/>
                  <a:shade val="100000"/>
                </a:schemeClr>
              </a:gs>
              <a:gs pos="100000">
                <a:schemeClr val="accent6">
                  <a:tint val="79000"/>
                  <a:lumMod val="99000"/>
                  <a:satMod val="120000"/>
                  <a:shade val="78000"/>
                </a:schemeClr>
              </a:gs>
            </a:gsLst>
            <a:lin ang="5400000" scaled="0"/>
          </a:gradFill>
          <a:ln>
            <a:noFill/>
          </a:ln>
          <a:effectLst/>
        </c:spPr>
      </c:pivotFmt>
      <c:pivotFmt>
        <c:idx val="235"/>
        <c:spPr>
          <a:gradFill rotWithShape="1">
            <a:gsLst>
              <a:gs pos="0">
                <a:schemeClr val="accent6">
                  <a:tint val="78000"/>
                  <a:satMod val="103000"/>
                  <a:lumMod val="102000"/>
                  <a:tint val="94000"/>
                </a:schemeClr>
              </a:gs>
              <a:gs pos="50000">
                <a:schemeClr val="accent6">
                  <a:tint val="78000"/>
                  <a:satMod val="110000"/>
                  <a:lumMod val="100000"/>
                  <a:shade val="100000"/>
                </a:schemeClr>
              </a:gs>
              <a:gs pos="100000">
                <a:schemeClr val="accent6">
                  <a:tint val="78000"/>
                  <a:lumMod val="99000"/>
                  <a:satMod val="120000"/>
                  <a:shade val="78000"/>
                </a:schemeClr>
              </a:gs>
            </a:gsLst>
            <a:lin ang="5400000" scaled="0"/>
          </a:gradFill>
          <a:ln>
            <a:noFill/>
          </a:ln>
          <a:effectLst/>
        </c:spPr>
      </c:pivotFmt>
      <c:pivotFmt>
        <c:idx val="236"/>
        <c:spPr>
          <a:gradFill rotWithShape="1">
            <a:gsLst>
              <a:gs pos="0">
                <a:schemeClr val="accent6">
                  <a:tint val="77000"/>
                  <a:satMod val="103000"/>
                  <a:lumMod val="102000"/>
                  <a:tint val="94000"/>
                </a:schemeClr>
              </a:gs>
              <a:gs pos="50000">
                <a:schemeClr val="accent6">
                  <a:tint val="77000"/>
                  <a:satMod val="110000"/>
                  <a:lumMod val="100000"/>
                  <a:shade val="100000"/>
                </a:schemeClr>
              </a:gs>
              <a:gs pos="100000">
                <a:schemeClr val="accent6">
                  <a:tint val="77000"/>
                  <a:lumMod val="99000"/>
                  <a:satMod val="120000"/>
                  <a:shade val="78000"/>
                </a:schemeClr>
              </a:gs>
            </a:gsLst>
            <a:lin ang="5400000" scaled="0"/>
          </a:gradFill>
          <a:ln>
            <a:noFill/>
          </a:ln>
          <a:effectLst/>
        </c:spPr>
      </c:pivotFmt>
      <c:pivotFmt>
        <c:idx val="237"/>
        <c:spPr>
          <a:gradFill rotWithShape="1">
            <a:gsLst>
              <a:gs pos="0">
                <a:schemeClr val="accent6">
                  <a:tint val="76000"/>
                  <a:satMod val="103000"/>
                  <a:lumMod val="102000"/>
                  <a:tint val="94000"/>
                </a:schemeClr>
              </a:gs>
              <a:gs pos="50000">
                <a:schemeClr val="accent6">
                  <a:tint val="76000"/>
                  <a:satMod val="110000"/>
                  <a:lumMod val="100000"/>
                  <a:shade val="100000"/>
                </a:schemeClr>
              </a:gs>
              <a:gs pos="100000">
                <a:schemeClr val="accent6">
                  <a:tint val="76000"/>
                  <a:lumMod val="99000"/>
                  <a:satMod val="120000"/>
                  <a:shade val="78000"/>
                </a:schemeClr>
              </a:gs>
            </a:gsLst>
            <a:lin ang="5400000" scaled="0"/>
          </a:gradFill>
          <a:ln>
            <a:noFill/>
          </a:ln>
          <a:effectLst/>
        </c:spPr>
      </c:pivotFmt>
      <c:pivotFmt>
        <c:idx val="238"/>
        <c:spPr>
          <a:gradFill rotWithShape="1">
            <a:gsLst>
              <a:gs pos="0">
                <a:schemeClr val="accent6">
                  <a:tint val="75000"/>
                  <a:satMod val="103000"/>
                  <a:lumMod val="102000"/>
                  <a:tint val="94000"/>
                </a:schemeClr>
              </a:gs>
              <a:gs pos="50000">
                <a:schemeClr val="accent6">
                  <a:tint val="75000"/>
                  <a:satMod val="110000"/>
                  <a:lumMod val="100000"/>
                  <a:shade val="100000"/>
                </a:schemeClr>
              </a:gs>
              <a:gs pos="100000">
                <a:schemeClr val="accent6">
                  <a:tint val="75000"/>
                  <a:lumMod val="99000"/>
                  <a:satMod val="120000"/>
                  <a:shade val="78000"/>
                </a:schemeClr>
              </a:gs>
            </a:gsLst>
            <a:lin ang="5400000" scaled="0"/>
          </a:gradFill>
          <a:ln>
            <a:noFill/>
          </a:ln>
          <a:effectLst/>
        </c:spPr>
      </c:pivotFmt>
      <c:pivotFmt>
        <c:idx val="239"/>
        <c:spPr>
          <a:gradFill rotWithShape="1">
            <a:gsLst>
              <a:gs pos="0">
                <a:schemeClr val="accent6">
                  <a:tint val="74000"/>
                  <a:satMod val="103000"/>
                  <a:lumMod val="102000"/>
                  <a:tint val="94000"/>
                </a:schemeClr>
              </a:gs>
              <a:gs pos="50000">
                <a:schemeClr val="accent6">
                  <a:tint val="74000"/>
                  <a:satMod val="110000"/>
                  <a:lumMod val="100000"/>
                  <a:shade val="100000"/>
                </a:schemeClr>
              </a:gs>
              <a:gs pos="100000">
                <a:schemeClr val="accent6">
                  <a:tint val="74000"/>
                  <a:lumMod val="99000"/>
                  <a:satMod val="120000"/>
                  <a:shade val="78000"/>
                </a:schemeClr>
              </a:gs>
            </a:gsLst>
            <a:lin ang="5400000" scaled="0"/>
          </a:gradFill>
          <a:ln>
            <a:noFill/>
          </a:ln>
          <a:effectLst/>
        </c:spPr>
      </c:pivotFmt>
      <c:pivotFmt>
        <c:idx val="240"/>
        <c:spPr>
          <a:gradFill rotWithShape="1">
            <a:gsLst>
              <a:gs pos="0">
                <a:schemeClr val="accent6">
                  <a:tint val="73000"/>
                  <a:satMod val="103000"/>
                  <a:lumMod val="102000"/>
                  <a:tint val="94000"/>
                </a:schemeClr>
              </a:gs>
              <a:gs pos="50000">
                <a:schemeClr val="accent6">
                  <a:tint val="73000"/>
                  <a:satMod val="110000"/>
                  <a:lumMod val="100000"/>
                  <a:shade val="100000"/>
                </a:schemeClr>
              </a:gs>
              <a:gs pos="100000">
                <a:schemeClr val="accent6">
                  <a:tint val="73000"/>
                  <a:lumMod val="99000"/>
                  <a:satMod val="120000"/>
                  <a:shade val="78000"/>
                </a:schemeClr>
              </a:gs>
            </a:gsLst>
            <a:lin ang="5400000" scaled="0"/>
          </a:gradFill>
          <a:ln>
            <a:noFill/>
          </a:ln>
          <a:effectLst/>
        </c:spPr>
      </c:pivotFmt>
      <c:pivotFmt>
        <c:idx val="241"/>
        <c:spPr>
          <a:gradFill rotWithShape="1">
            <a:gsLst>
              <a:gs pos="0">
                <a:schemeClr val="accent6">
                  <a:tint val="72000"/>
                  <a:satMod val="103000"/>
                  <a:lumMod val="102000"/>
                  <a:tint val="94000"/>
                </a:schemeClr>
              </a:gs>
              <a:gs pos="50000">
                <a:schemeClr val="accent6">
                  <a:tint val="72000"/>
                  <a:satMod val="110000"/>
                  <a:lumMod val="100000"/>
                  <a:shade val="100000"/>
                </a:schemeClr>
              </a:gs>
              <a:gs pos="100000">
                <a:schemeClr val="accent6">
                  <a:tint val="72000"/>
                  <a:lumMod val="99000"/>
                  <a:satMod val="120000"/>
                  <a:shade val="78000"/>
                </a:schemeClr>
              </a:gs>
            </a:gsLst>
            <a:lin ang="5400000" scaled="0"/>
          </a:gradFill>
          <a:ln>
            <a:noFill/>
          </a:ln>
          <a:effectLst/>
        </c:spPr>
      </c:pivotFmt>
      <c:pivotFmt>
        <c:idx val="242"/>
        <c:spPr>
          <a:gradFill rotWithShape="1">
            <a:gsLst>
              <a:gs pos="0">
                <a:schemeClr val="accent6">
                  <a:tint val="71000"/>
                  <a:satMod val="103000"/>
                  <a:lumMod val="102000"/>
                  <a:tint val="94000"/>
                </a:schemeClr>
              </a:gs>
              <a:gs pos="50000">
                <a:schemeClr val="accent6">
                  <a:tint val="71000"/>
                  <a:satMod val="110000"/>
                  <a:lumMod val="100000"/>
                  <a:shade val="100000"/>
                </a:schemeClr>
              </a:gs>
              <a:gs pos="100000">
                <a:schemeClr val="accent6">
                  <a:tint val="71000"/>
                  <a:lumMod val="99000"/>
                  <a:satMod val="120000"/>
                  <a:shade val="78000"/>
                </a:schemeClr>
              </a:gs>
            </a:gsLst>
            <a:lin ang="5400000" scaled="0"/>
          </a:gradFill>
          <a:ln>
            <a:noFill/>
          </a:ln>
          <a:effectLst/>
        </c:spPr>
      </c:pivotFmt>
      <c:pivotFmt>
        <c:idx val="243"/>
        <c:spPr>
          <a:gradFill rotWithShape="1">
            <a:gsLst>
              <a:gs pos="0">
                <a:schemeClr val="accent6">
                  <a:tint val="70000"/>
                  <a:satMod val="103000"/>
                  <a:lumMod val="102000"/>
                  <a:tint val="94000"/>
                </a:schemeClr>
              </a:gs>
              <a:gs pos="50000">
                <a:schemeClr val="accent6">
                  <a:tint val="70000"/>
                  <a:satMod val="110000"/>
                  <a:lumMod val="100000"/>
                  <a:shade val="100000"/>
                </a:schemeClr>
              </a:gs>
              <a:gs pos="100000">
                <a:schemeClr val="accent6">
                  <a:tint val="70000"/>
                  <a:lumMod val="99000"/>
                  <a:satMod val="120000"/>
                  <a:shade val="78000"/>
                </a:schemeClr>
              </a:gs>
            </a:gsLst>
            <a:lin ang="5400000" scaled="0"/>
          </a:gradFill>
          <a:ln>
            <a:noFill/>
          </a:ln>
          <a:effectLst/>
        </c:spPr>
      </c:pivotFmt>
      <c:pivotFmt>
        <c:idx val="244"/>
        <c:spPr>
          <a:gradFill rotWithShape="1">
            <a:gsLst>
              <a:gs pos="0">
                <a:schemeClr val="accent6">
                  <a:tint val="69000"/>
                  <a:satMod val="103000"/>
                  <a:lumMod val="102000"/>
                  <a:tint val="94000"/>
                </a:schemeClr>
              </a:gs>
              <a:gs pos="50000">
                <a:schemeClr val="accent6">
                  <a:tint val="69000"/>
                  <a:satMod val="110000"/>
                  <a:lumMod val="100000"/>
                  <a:shade val="100000"/>
                </a:schemeClr>
              </a:gs>
              <a:gs pos="100000">
                <a:schemeClr val="accent6">
                  <a:tint val="69000"/>
                  <a:lumMod val="99000"/>
                  <a:satMod val="120000"/>
                  <a:shade val="78000"/>
                </a:schemeClr>
              </a:gs>
            </a:gsLst>
            <a:lin ang="5400000" scaled="0"/>
          </a:gradFill>
          <a:ln>
            <a:noFill/>
          </a:ln>
          <a:effectLst/>
        </c:spPr>
      </c:pivotFmt>
      <c:pivotFmt>
        <c:idx val="245"/>
        <c:spPr>
          <a:gradFill rotWithShape="1">
            <a:gsLst>
              <a:gs pos="0">
                <a:schemeClr val="accent6">
                  <a:tint val="68000"/>
                  <a:satMod val="103000"/>
                  <a:lumMod val="102000"/>
                  <a:tint val="94000"/>
                </a:schemeClr>
              </a:gs>
              <a:gs pos="50000">
                <a:schemeClr val="accent6">
                  <a:tint val="68000"/>
                  <a:satMod val="110000"/>
                  <a:lumMod val="100000"/>
                  <a:shade val="100000"/>
                </a:schemeClr>
              </a:gs>
              <a:gs pos="100000">
                <a:schemeClr val="accent6">
                  <a:tint val="68000"/>
                  <a:lumMod val="99000"/>
                  <a:satMod val="120000"/>
                  <a:shade val="78000"/>
                </a:schemeClr>
              </a:gs>
            </a:gsLst>
            <a:lin ang="5400000" scaled="0"/>
          </a:gradFill>
          <a:ln>
            <a:noFill/>
          </a:ln>
          <a:effectLst/>
        </c:spPr>
      </c:pivotFmt>
      <c:pivotFmt>
        <c:idx val="246"/>
        <c:spPr>
          <a:gradFill rotWithShape="1">
            <a:gsLst>
              <a:gs pos="0">
                <a:schemeClr val="accent6">
                  <a:tint val="67000"/>
                  <a:satMod val="103000"/>
                  <a:lumMod val="102000"/>
                  <a:tint val="94000"/>
                </a:schemeClr>
              </a:gs>
              <a:gs pos="50000">
                <a:schemeClr val="accent6">
                  <a:tint val="67000"/>
                  <a:satMod val="110000"/>
                  <a:lumMod val="100000"/>
                  <a:shade val="100000"/>
                </a:schemeClr>
              </a:gs>
              <a:gs pos="100000">
                <a:schemeClr val="accent6">
                  <a:tint val="67000"/>
                  <a:lumMod val="99000"/>
                  <a:satMod val="120000"/>
                  <a:shade val="78000"/>
                </a:schemeClr>
              </a:gs>
            </a:gsLst>
            <a:lin ang="5400000" scaled="0"/>
          </a:gradFill>
          <a:ln>
            <a:noFill/>
          </a:ln>
          <a:effectLst/>
        </c:spPr>
      </c:pivotFmt>
      <c:pivotFmt>
        <c:idx val="247"/>
        <c:spPr>
          <a:gradFill rotWithShape="1">
            <a:gsLst>
              <a:gs pos="0">
                <a:schemeClr val="accent6">
                  <a:tint val="66000"/>
                  <a:satMod val="103000"/>
                  <a:lumMod val="102000"/>
                  <a:tint val="94000"/>
                </a:schemeClr>
              </a:gs>
              <a:gs pos="50000">
                <a:schemeClr val="accent6">
                  <a:tint val="66000"/>
                  <a:satMod val="110000"/>
                  <a:lumMod val="100000"/>
                  <a:shade val="100000"/>
                </a:schemeClr>
              </a:gs>
              <a:gs pos="100000">
                <a:schemeClr val="accent6">
                  <a:tint val="66000"/>
                  <a:lumMod val="99000"/>
                  <a:satMod val="120000"/>
                  <a:shade val="78000"/>
                </a:schemeClr>
              </a:gs>
            </a:gsLst>
            <a:lin ang="5400000" scaled="0"/>
          </a:gradFill>
          <a:ln>
            <a:noFill/>
          </a:ln>
          <a:effectLst/>
        </c:spPr>
      </c:pivotFmt>
      <c:pivotFmt>
        <c:idx val="248"/>
        <c:spPr>
          <a:gradFill rotWithShape="1">
            <a:gsLst>
              <a:gs pos="0">
                <a:schemeClr val="accent6">
                  <a:tint val="65000"/>
                  <a:satMod val="103000"/>
                  <a:lumMod val="102000"/>
                  <a:tint val="94000"/>
                </a:schemeClr>
              </a:gs>
              <a:gs pos="50000">
                <a:schemeClr val="accent6">
                  <a:tint val="65000"/>
                  <a:satMod val="110000"/>
                  <a:lumMod val="100000"/>
                  <a:shade val="100000"/>
                </a:schemeClr>
              </a:gs>
              <a:gs pos="100000">
                <a:schemeClr val="accent6">
                  <a:tint val="65000"/>
                  <a:lumMod val="99000"/>
                  <a:satMod val="120000"/>
                  <a:shade val="78000"/>
                </a:schemeClr>
              </a:gs>
            </a:gsLst>
            <a:lin ang="5400000" scaled="0"/>
          </a:gradFill>
          <a:ln>
            <a:noFill/>
          </a:ln>
          <a:effectLst/>
        </c:spPr>
      </c:pivotFmt>
      <c:pivotFmt>
        <c:idx val="249"/>
        <c:spPr>
          <a:gradFill rotWithShape="1">
            <a:gsLst>
              <a:gs pos="0">
                <a:schemeClr val="accent6">
                  <a:tint val="64000"/>
                  <a:satMod val="103000"/>
                  <a:lumMod val="102000"/>
                  <a:tint val="94000"/>
                </a:schemeClr>
              </a:gs>
              <a:gs pos="50000">
                <a:schemeClr val="accent6">
                  <a:tint val="64000"/>
                  <a:satMod val="110000"/>
                  <a:lumMod val="100000"/>
                  <a:shade val="100000"/>
                </a:schemeClr>
              </a:gs>
              <a:gs pos="100000">
                <a:schemeClr val="accent6">
                  <a:tint val="64000"/>
                  <a:lumMod val="99000"/>
                  <a:satMod val="120000"/>
                  <a:shade val="78000"/>
                </a:schemeClr>
              </a:gs>
            </a:gsLst>
            <a:lin ang="5400000" scaled="0"/>
          </a:gradFill>
          <a:ln>
            <a:noFill/>
          </a:ln>
          <a:effectLst/>
        </c:spPr>
      </c:pivotFmt>
      <c:pivotFmt>
        <c:idx val="250"/>
        <c:spPr>
          <a:gradFill rotWithShape="1">
            <a:gsLst>
              <a:gs pos="0">
                <a:schemeClr val="accent6">
                  <a:tint val="63000"/>
                  <a:satMod val="103000"/>
                  <a:lumMod val="102000"/>
                  <a:tint val="94000"/>
                </a:schemeClr>
              </a:gs>
              <a:gs pos="50000">
                <a:schemeClr val="accent6">
                  <a:tint val="63000"/>
                  <a:satMod val="110000"/>
                  <a:lumMod val="100000"/>
                  <a:shade val="100000"/>
                </a:schemeClr>
              </a:gs>
              <a:gs pos="100000">
                <a:schemeClr val="accent6">
                  <a:tint val="63000"/>
                  <a:lumMod val="99000"/>
                  <a:satMod val="120000"/>
                  <a:shade val="78000"/>
                </a:schemeClr>
              </a:gs>
            </a:gsLst>
            <a:lin ang="5400000" scaled="0"/>
          </a:gradFill>
          <a:ln>
            <a:noFill/>
          </a:ln>
          <a:effectLst/>
        </c:spPr>
      </c:pivotFmt>
      <c:pivotFmt>
        <c:idx val="251"/>
        <c:spPr>
          <a:gradFill rotWithShape="1">
            <a:gsLst>
              <a:gs pos="0">
                <a:schemeClr val="accent6">
                  <a:tint val="62000"/>
                  <a:satMod val="103000"/>
                  <a:lumMod val="102000"/>
                  <a:tint val="94000"/>
                </a:schemeClr>
              </a:gs>
              <a:gs pos="50000">
                <a:schemeClr val="accent6">
                  <a:tint val="62000"/>
                  <a:satMod val="110000"/>
                  <a:lumMod val="100000"/>
                  <a:shade val="100000"/>
                </a:schemeClr>
              </a:gs>
              <a:gs pos="100000">
                <a:schemeClr val="accent6">
                  <a:tint val="62000"/>
                  <a:lumMod val="99000"/>
                  <a:satMod val="120000"/>
                  <a:shade val="78000"/>
                </a:schemeClr>
              </a:gs>
            </a:gsLst>
            <a:lin ang="5400000" scaled="0"/>
          </a:gradFill>
          <a:ln>
            <a:noFill/>
          </a:ln>
          <a:effectLst/>
        </c:spPr>
      </c:pivotFmt>
      <c:pivotFmt>
        <c:idx val="252"/>
        <c:spPr>
          <a:gradFill rotWithShape="1">
            <a:gsLst>
              <a:gs pos="0">
                <a:schemeClr val="accent6">
                  <a:tint val="61000"/>
                  <a:satMod val="103000"/>
                  <a:lumMod val="102000"/>
                  <a:tint val="94000"/>
                </a:schemeClr>
              </a:gs>
              <a:gs pos="50000">
                <a:schemeClr val="accent6">
                  <a:tint val="61000"/>
                  <a:satMod val="110000"/>
                  <a:lumMod val="100000"/>
                  <a:shade val="100000"/>
                </a:schemeClr>
              </a:gs>
              <a:gs pos="100000">
                <a:schemeClr val="accent6">
                  <a:tint val="61000"/>
                  <a:lumMod val="99000"/>
                  <a:satMod val="120000"/>
                  <a:shade val="78000"/>
                </a:schemeClr>
              </a:gs>
            </a:gsLst>
            <a:lin ang="5400000" scaled="0"/>
          </a:gradFill>
          <a:ln>
            <a:noFill/>
          </a:ln>
          <a:effectLst/>
        </c:spPr>
      </c:pivotFmt>
      <c:pivotFmt>
        <c:idx val="253"/>
        <c:spPr>
          <a:gradFill rotWithShape="1">
            <a:gsLst>
              <a:gs pos="0">
                <a:schemeClr val="accent6">
                  <a:tint val="60000"/>
                  <a:satMod val="103000"/>
                  <a:lumMod val="102000"/>
                  <a:tint val="94000"/>
                </a:schemeClr>
              </a:gs>
              <a:gs pos="50000">
                <a:schemeClr val="accent6">
                  <a:tint val="60000"/>
                  <a:satMod val="110000"/>
                  <a:lumMod val="100000"/>
                  <a:shade val="100000"/>
                </a:schemeClr>
              </a:gs>
              <a:gs pos="100000">
                <a:schemeClr val="accent6">
                  <a:tint val="60000"/>
                  <a:lumMod val="99000"/>
                  <a:satMod val="120000"/>
                  <a:shade val="78000"/>
                </a:schemeClr>
              </a:gs>
            </a:gsLst>
            <a:lin ang="5400000" scaled="0"/>
          </a:gradFill>
          <a:ln>
            <a:noFill/>
          </a:ln>
          <a:effectLst/>
        </c:spPr>
      </c:pivotFmt>
      <c:pivotFmt>
        <c:idx val="254"/>
        <c:spPr>
          <a:gradFill rotWithShape="1">
            <a:gsLst>
              <a:gs pos="0">
                <a:schemeClr val="accent6">
                  <a:tint val="59000"/>
                  <a:satMod val="103000"/>
                  <a:lumMod val="102000"/>
                  <a:tint val="94000"/>
                </a:schemeClr>
              </a:gs>
              <a:gs pos="50000">
                <a:schemeClr val="accent6">
                  <a:tint val="59000"/>
                  <a:satMod val="110000"/>
                  <a:lumMod val="100000"/>
                  <a:shade val="100000"/>
                </a:schemeClr>
              </a:gs>
              <a:gs pos="100000">
                <a:schemeClr val="accent6">
                  <a:tint val="59000"/>
                  <a:lumMod val="99000"/>
                  <a:satMod val="120000"/>
                  <a:shade val="78000"/>
                </a:schemeClr>
              </a:gs>
            </a:gsLst>
            <a:lin ang="5400000" scaled="0"/>
          </a:gradFill>
          <a:ln>
            <a:noFill/>
          </a:ln>
          <a:effectLst/>
        </c:spPr>
      </c:pivotFmt>
      <c:pivotFmt>
        <c:idx val="255"/>
        <c:spPr>
          <a:gradFill rotWithShape="1">
            <a:gsLst>
              <a:gs pos="0">
                <a:schemeClr val="accent6">
                  <a:tint val="58000"/>
                  <a:satMod val="103000"/>
                  <a:lumMod val="102000"/>
                  <a:tint val="94000"/>
                </a:schemeClr>
              </a:gs>
              <a:gs pos="50000">
                <a:schemeClr val="accent6">
                  <a:tint val="58000"/>
                  <a:satMod val="110000"/>
                  <a:lumMod val="100000"/>
                  <a:shade val="100000"/>
                </a:schemeClr>
              </a:gs>
              <a:gs pos="100000">
                <a:schemeClr val="accent6">
                  <a:tint val="58000"/>
                  <a:lumMod val="99000"/>
                  <a:satMod val="120000"/>
                  <a:shade val="78000"/>
                </a:schemeClr>
              </a:gs>
            </a:gsLst>
            <a:lin ang="5400000" scaled="0"/>
          </a:gradFill>
          <a:ln>
            <a:noFill/>
          </a:ln>
          <a:effectLst/>
        </c:spPr>
      </c:pivotFmt>
      <c:pivotFmt>
        <c:idx val="256"/>
        <c:spPr>
          <a:gradFill rotWithShape="1">
            <a:gsLst>
              <a:gs pos="0">
                <a:schemeClr val="accent6">
                  <a:tint val="57000"/>
                  <a:satMod val="103000"/>
                  <a:lumMod val="102000"/>
                  <a:tint val="94000"/>
                </a:schemeClr>
              </a:gs>
              <a:gs pos="50000">
                <a:schemeClr val="accent6">
                  <a:tint val="57000"/>
                  <a:satMod val="110000"/>
                  <a:lumMod val="100000"/>
                  <a:shade val="100000"/>
                </a:schemeClr>
              </a:gs>
              <a:gs pos="100000">
                <a:schemeClr val="accent6">
                  <a:tint val="57000"/>
                  <a:lumMod val="99000"/>
                  <a:satMod val="120000"/>
                  <a:shade val="78000"/>
                </a:schemeClr>
              </a:gs>
            </a:gsLst>
            <a:lin ang="5400000" scaled="0"/>
          </a:gradFill>
          <a:ln>
            <a:noFill/>
          </a:ln>
          <a:effectLst/>
        </c:spPr>
      </c:pivotFmt>
      <c:pivotFmt>
        <c:idx val="257"/>
        <c:spPr>
          <a:gradFill rotWithShape="1">
            <a:gsLst>
              <a:gs pos="0">
                <a:schemeClr val="accent6">
                  <a:tint val="56000"/>
                  <a:satMod val="103000"/>
                  <a:lumMod val="102000"/>
                  <a:tint val="94000"/>
                </a:schemeClr>
              </a:gs>
              <a:gs pos="50000">
                <a:schemeClr val="accent6">
                  <a:tint val="56000"/>
                  <a:satMod val="110000"/>
                  <a:lumMod val="100000"/>
                  <a:shade val="100000"/>
                </a:schemeClr>
              </a:gs>
              <a:gs pos="100000">
                <a:schemeClr val="accent6">
                  <a:tint val="56000"/>
                  <a:lumMod val="99000"/>
                  <a:satMod val="120000"/>
                  <a:shade val="78000"/>
                </a:schemeClr>
              </a:gs>
            </a:gsLst>
            <a:lin ang="5400000" scaled="0"/>
          </a:gradFill>
          <a:ln>
            <a:noFill/>
          </a:ln>
          <a:effectLst/>
        </c:spPr>
      </c:pivotFmt>
      <c:pivotFmt>
        <c:idx val="258"/>
        <c:spPr>
          <a:gradFill rotWithShape="1">
            <a:gsLst>
              <a:gs pos="0">
                <a:schemeClr val="accent6">
                  <a:tint val="55000"/>
                  <a:satMod val="103000"/>
                  <a:lumMod val="102000"/>
                  <a:tint val="94000"/>
                </a:schemeClr>
              </a:gs>
              <a:gs pos="50000">
                <a:schemeClr val="accent6">
                  <a:tint val="55000"/>
                  <a:satMod val="110000"/>
                  <a:lumMod val="100000"/>
                  <a:shade val="100000"/>
                </a:schemeClr>
              </a:gs>
              <a:gs pos="100000">
                <a:schemeClr val="accent6">
                  <a:tint val="55000"/>
                  <a:lumMod val="99000"/>
                  <a:satMod val="120000"/>
                  <a:shade val="78000"/>
                </a:schemeClr>
              </a:gs>
            </a:gsLst>
            <a:lin ang="5400000" scaled="0"/>
          </a:gradFill>
          <a:ln>
            <a:noFill/>
          </a:ln>
          <a:effectLst/>
        </c:spPr>
      </c:pivotFmt>
      <c:pivotFmt>
        <c:idx val="259"/>
        <c:spPr>
          <a:gradFill rotWithShape="1">
            <a:gsLst>
              <a:gs pos="0">
                <a:schemeClr val="accent6">
                  <a:tint val="54000"/>
                  <a:satMod val="103000"/>
                  <a:lumMod val="102000"/>
                  <a:tint val="94000"/>
                </a:schemeClr>
              </a:gs>
              <a:gs pos="50000">
                <a:schemeClr val="accent6">
                  <a:tint val="54000"/>
                  <a:satMod val="110000"/>
                  <a:lumMod val="100000"/>
                  <a:shade val="100000"/>
                </a:schemeClr>
              </a:gs>
              <a:gs pos="100000">
                <a:schemeClr val="accent6">
                  <a:tint val="54000"/>
                  <a:lumMod val="99000"/>
                  <a:satMod val="120000"/>
                  <a:shade val="78000"/>
                </a:schemeClr>
              </a:gs>
            </a:gsLst>
            <a:lin ang="5400000" scaled="0"/>
          </a:gradFill>
          <a:ln>
            <a:noFill/>
          </a:ln>
          <a:effectLst/>
        </c:spPr>
      </c:pivotFmt>
      <c:pivotFmt>
        <c:idx val="260"/>
        <c:spPr>
          <a:gradFill rotWithShape="1">
            <a:gsLst>
              <a:gs pos="0">
                <a:schemeClr val="accent6">
                  <a:tint val="53000"/>
                  <a:satMod val="103000"/>
                  <a:lumMod val="102000"/>
                  <a:tint val="94000"/>
                </a:schemeClr>
              </a:gs>
              <a:gs pos="50000">
                <a:schemeClr val="accent6">
                  <a:tint val="53000"/>
                  <a:satMod val="110000"/>
                  <a:lumMod val="100000"/>
                  <a:shade val="100000"/>
                </a:schemeClr>
              </a:gs>
              <a:gs pos="100000">
                <a:schemeClr val="accent6">
                  <a:tint val="53000"/>
                  <a:lumMod val="99000"/>
                  <a:satMod val="120000"/>
                  <a:shade val="78000"/>
                </a:schemeClr>
              </a:gs>
            </a:gsLst>
            <a:lin ang="5400000" scaled="0"/>
          </a:gradFill>
          <a:ln>
            <a:noFill/>
          </a:ln>
          <a:effectLst/>
        </c:spPr>
      </c:pivotFmt>
      <c:pivotFmt>
        <c:idx val="261"/>
        <c:spPr>
          <a:gradFill rotWithShape="1">
            <a:gsLst>
              <a:gs pos="0">
                <a:schemeClr val="accent6">
                  <a:tint val="52000"/>
                  <a:satMod val="103000"/>
                  <a:lumMod val="102000"/>
                  <a:tint val="94000"/>
                </a:schemeClr>
              </a:gs>
              <a:gs pos="50000">
                <a:schemeClr val="accent6">
                  <a:tint val="52000"/>
                  <a:satMod val="110000"/>
                  <a:lumMod val="100000"/>
                  <a:shade val="100000"/>
                </a:schemeClr>
              </a:gs>
              <a:gs pos="100000">
                <a:schemeClr val="accent6">
                  <a:tint val="52000"/>
                  <a:lumMod val="99000"/>
                  <a:satMod val="120000"/>
                  <a:shade val="78000"/>
                </a:schemeClr>
              </a:gs>
            </a:gsLst>
            <a:lin ang="5400000" scaled="0"/>
          </a:gradFill>
          <a:ln>
            <a:noFill/>
          </a:ln>
          <a:effectLst/>
        </c:spPr>
      </c:pivotFmt>
      <c:pivotFmt>
        <c:idx val="262"/>
        <c:spPr>
          <a:gradFill rotWithShape="1">
            <a:gsLst>
              <a:gs pos="0">
                <a:schemeClr val="accent6">
                  <a:tint val="51000"/>
                  <a:satMod val="103000"/>
                  <a:lumMod val="102000"/>
                  <a:tint val="94000"/>
                </a:schemeClr>
              </a:gs>
              <a:gs pos="50000">
                <a:schemeClr val="accent6">
                  <a:tint val="51000"/>
                  <a:satMod val="110000"/>
                  <a:lumMod val="100000"/>
                  <a:shade val="100000"/>
                </a:schemeClr>
              </a:gs>
              <a:gs pos="100000">
                <a:schemeClr val="accent6">
                  <a:tint val="51000"/>
                  <a:lumMod val="99000"/>
                  <a:satMod val="120000"/>
                  <a:shade val="78000"/>
                </a:schemeClr>
              </a:gs>
            </a:gsLst>
            <a:lin ang="5400000" scaled="0"/>
          </a:gradFill>
          <a:ln>
            <a:noFill/>
          </a:ln>
          <a:effectLst/>
        </c:spPr>
      </c:pivotFmt>
      <c:pivotFmt>
        <c:idx val="263"/>
        <c:spPr>
          <a:gradFill rotWithShape="1">
            <a:gsLst>
              <a:gs pos="0">
                <a:schemeClr val="accent6">
                  <a:tint val="50000"/>
                  <a:satMod val="103000"/>
                  <a:lumMod val="102000"/>
                  <a:tint val="94000"/>
                </a:schemeClr>
              </a:gs>
              <a:gs pos="50000">
                <a:schemeClr val="accent6">
                  <a:tint val="50000"/>
                  <a:satMod val="110000"/>
                  <a:lumMod val="100000"/>
                  <a:shade val="100000"/>
                </a:schemeClr>
              </a:gs>
              <a:gs pos="100000">
                <a:schemeClr val="accent6">
                  <a:tint val="50000"/>
                  <a:lumMod val="99000"/>
                  <a:satMod val="120000"/>
                  <a:shade val="78000"/>
                </a:schemeClr>
              </a:gs>
            </a:gsLst>
            <a:lin ang="5400000" scaled="0"/>
          </a:gradFill>
          <a:ln>
            <a:noFill/>
          </a:ln>
          <a:effectLst/>
        </c:spPr>
      </c:pivotFmt>
      <c:pivotFmt>
        <c:idx val="264"/>
        <c:spPr>
          <a:gradFill rotWithShape="1">
            <a:gsLst>
              <a:gs pos="0">
                <a:schemeClr val="accent6">
                  <a:tint val="49000"/>
                  <a:satMod val="103000"/>
                  <a:lumMod val="102000"/>
                  <a:tint val="94000"/>
                </a:schemeClr>
              </a:gs>
              <a:gs pos="50000">
                <a:schemeClr val="accent6">
                  <a:tint val="49000"/>
                  <a:satMod val="110000"/>
                  <a:lumMod val="100000"/>
                  <a:shade val="100000"/>
                </a:schemeClr>
              </a:gs>
              <a:gs pos="100000">
                <a:schemeClr val="accent6">
                  <a:tint val="49000"/>
                  <a:lumMod val="99000"/>
                  <a:satMod val="120000"/>
                  <a:shade val="78000"/>
                </a:schemeClr>
              </a:gs>
            </a:gsLst>
            <a:lin ang="5400000" scaled="0"/>
          </a:gradFill>
          <a:ln>
            <a:noFill/>
          </a:ln>
          <a:effectLst/>
        </c:spPr>
      </c:pivotFmt>
      <c:pivotFmt>
        <c:idx val="265"/>
        <c:spPr>
          <a:gradFill rotWithShape="1">
            <a:gsLst>
              <a:gs pos="0">
                <a:schemeClr val="accent6">
                  <a:tint val="48000"/>
                  <a:satMod val="103000"/>
                  <a:lumMod val="102000"/>
                  <a:tint val="94000"/>
                </a:schemeClr>
              </a:gs>
              <a:gs pos="50000">
                <a:schemeClr val="accent6">
                  <a:tint val="48000"/>
                  <a:satMod val="110000"/>
                  <a:lumMod val="100000"/>
                  <a:shade val="100000"/>
                </a:schemeClr>
              </a:gs>
              <a:gs pos="100000">
                <a:schemeClr val="accent6">
                  <a:tint val="48000"/>
                  <a:lumMod val="99000"/>
                  <a:satMod val="120000"/>
                  <a:shade val="78000"/>
                </a:schemeClr>
              </a:gs>
            </a:gsLst>
            <a:lin ang="5400000" scaled="0"/>
          </a:gradFill>
          <a:ln>
            <a:noFill/>
          </a:ln>
          <a:effectLst/>
        </c:spPr>
      </c:pivotFmt>
      <c:pivotFmt>
        <c:idx val="266"/>
        <c:spPr>
          <a:gradFill rotWithShape="1">
            <a:gsLst>
              <a:gs pos="0">
                <a:schemeClr val="accent6">
                  <a:tint val="47000"/>
                  <a:satMod val="103000"/>
                  <a:lumMod val="102000"/>
                  <a:tint val="94000"/>
                </a:schemeClr>
              </a:gs>
              <a:gs pos="50000">
                <a:schemeClr val="accent6">
                  <a:tint val="47000"/>
                  <a:satMod val="110000"/>
                  <a:lumMod val="100000"/>
                  <a:shade val="100000"/>
                </a:schemeClr>
              </a:gs>
              <a:gs pos="100000">
                <a:schemeClr val="accent6">
                  <a:tint val="47000"/>
                  <a:lumMod val="99000"/>
                  <a:satMod val="120000"/>
                  <a:shade val="78000"/>
                </a:schemeClr>
              </a:gs>
            </a:gsLst>
            <a:lin ang="5400000" scaled="0"/>
          </a:gradFill>
          <a:ln>
            <a:noFill/>
          </a:ln>
          <a:effectLst/>
        </c:spPr>
      </c:pivotFmt>
      <c:pivotFmt>
        <c:idx val="267"/>
        <c:spPr>
          <a:gradFill rotWithShape="1">
            <a:gsLst>
              <a:gs pos="0">
                <a:schemeClr val="accent6">
                  <a:tint val="46000"/>
                  <a:satMod val="103000"/>
                  <a:lumMod val="102000"/>
                  <a:tint val="94000"/>
                </a:schemeClr>
              </a:gs>
              <a:gs pos="50000">
                <a:schemeClr val="accent6">
                  <a:tint val="46000"/>
                  <a:satMod val="110000"/>
                  <a:lumMod val="100000"/>
                  <a:shade val="100000"/>
                </a:schemeClr>
              </a:gs>
              <a:gs pos="100000">
                <a:schemeClr val="accent6">
                  <a:tint val="46000"/>
                  <a:lumMod val="99000"/>
                  <a:satMod val="120000"/>
                  <a:shade val="78000"/>
                </a:schemeClr>
              </a:gs>
            </a:gsLst>
            <a:lin ang="5400000" scaled="0"/>
          </a:gradFill>
          <a:ln>
            <a:noFill/>
          </a:ln>
          <a:effectLst/>
        </c:spPr>
      </c:pivotFmt>
      <c:pivotFmt>
        <c:idx val="268"/>
        <c:spPr>
          <a:gradFill rotWithShape="1">
            <a:gsLst>
              <a:gs pos="0">
                <a:schemeClr val="accent6">
                  <a:tint val="45000"/>
                  <a:satMod val="103000"/>
                  <a:lumMod val="102000"/>
                  <a:tint val="94000"/>
                </a:schemeClr>
              </a:gs>
              <a:gs pos="50000">
                <a:schemeClr val="accent6">
                  <a:tint val="45000"/>
                  <a:satMod val="110000"/>
                  <a:lumMod val="100000"/>
                  <a:shade val="100000"/>
                </a:schemeClr>
              </a:gs>
              <a:gs pos="100000">
                <a:schemeClr val="accent6">
                  <a:tint val="45000"/>
                  <a:lumMod val="99000"/>
                  <a:satMod val="120000"/>
                  <a:shade val="78000"/>
                </a:schemeClr>
              </a:gs>
            </a:gsLst>
            <a:lin ang="5400000" scaled="0"/>
          </a:gradFill>
          <a:ln>
            <a:noFill/>
          </a:ln>
          <a:effectLst/>
        </c:spPr>
      </c:pivotFmt>
      <c:pivotFmt>
        <c:idx val="269"/>
        <c:spPr>
          <a:gradFill rotWithShape="1">
            <a:gsLst>
              <a:gs pos="0">
                <a:schemeClr val="accent6">
                  <a:tint val="44000"/>
                  <a:satMod val="103000"/>
                  <a:lumMod val="102000"/>
                  <a:tint val="94000"/>
                </a:schemeClr>
              </a:gs>
              <a:gs pos="50000">
                <a:schemeClr val="accent6">
                  <a:tint val="44000"/>
                  <a:satMod val="110000"/>
                  <a:lumMod val="100000"/>
                  <a:shade val="100000"/>
                </a:schemeClr>
              </a:gs>
              <a:gs pos="100000">
                <a:schemeClr val="accent6">
                  <a:tint val="44000"/>
                  <a:lumMod val="99000"/>
                  <a:satMod val="120000"/>
                  <a:shade val="78000"/>
                </a:schemeClr>
              </a:gs>
            </a:gsLst>
            <a:lin ang="5400000" scaled="0"/>
          </a:gradFill>
          <a:ln>
            <a:noFill/>
          </a:ln>
          <a:effectLst/>
        </c:spPr>
      </c:pivotFmt>
      <c:pivotFmt>
        <c:idx val="270"/>
        <c:spPr>
          <a:gradFill rotWithShape="1">
            <a:gsLst>
              <a:gs pos="0">
                <a:schemeClr val="accent6">
                  <a:tint val="43000"/>
                  <a:satMod val="103000"/>
                  <a:lumMod val="102000"/>
                  <a:tint val="94000"/>
                </a:schemeClr>
              </a:gs>
              <a:gs pos="50000">
                <a:schemeClr val="accent6">
                  <a:tint val="43000"/>
                  <a:satMod val="110000"/>
                  <a:lumMod val="100000"/>
                  <a:shade val="100000"/>
                </a:schemeClr>
              </a:gs>
              <a:gs pos="100000">
                <a:schemeClr val="accent6">
                  <a:tint val="43000"/>
                  <a:lumMod val="99000"/>
                  <a:satMod val="120000"/>
                  <a:shade val="78000"/>
                </a:schemeClr>
              </a:gs>
            </a:gsLst>
            <a:lin ang="5400000" scaled="0"/>
          </a:gradFill>
          <a:ln>
            <a:noFill/>
          </a:ln>
          <a:effectLst/>
        </c:spPr>
      </c:pivotFmt>
      <c:pivotFmt>
        <c:idx val="271"/>
        <c:spPr>
          <a:gradFill rotWithShape="1">
            <a:gsLst>
              <a:gs pos="0">
                <a:schemeClr val="accent6">
                  <a:tint val="42000"/>
                  <a:satMod val="103000"/>
                  <a:lumMod val="102000"/>
                  <a:tint val="94000"/>
                </a:schemeClr>
              </a:gs>
              <a:gs pos="50000">
                <a:schemeClr val="accent6">
                  <a:tint val="42000"/>
                  <a:satMod val="110000"/>
                  <a:lumMod val="100000"/>
                  <a:shade val="100000"/>
                </a:schemeClr>
              </a:gs>
              <a:gs pos="100000">
                <a:schemeClr val="accent6">
                  <a:tint val="42000"/>
                  <a:lumMod val="99000"/>
                  <a:satMod val="120000"/>
                  <a:shade val="78000"/>
                </a:schemeClr>
              </a:gs>
            </a:gsLst>
            <a:lin ang="5400000" scaled="0"/>
          </a:gradFill>
          <a:ln>
            <a:noFill/>
          </a:ln>
          <a:effectLst/>
        </c:spPr>
      </c:pivotFmt>
      <c:pivotFmt>
        <c:idx val="272"/>
        <c:spPr>
          <a:gradFill rotWithShape="1">
            <a:gsLst>
              <a:gs pos="0">
                <a:schemeClr val="accent6">
                  <a:tint val="41000"/>
                  <a:satMod val="103000"/>
                  <a:lumMod val="102000"/>
                  <a:tint val="94000"/>
                </a:schemeClr>
              </a:gs>
              <a:gs pos="50000">
                <a:schemeClr val="accent6">
                  <a:tint val="41000"/>
                  <a:satMod val="110000"/>
                  <a:lumMod val="100000"/>
                  <a:shade val="100000"/>
                </a:schemeClr>
              </a:gs>
              <a:gs pos="100000">
                <a:schemeClr val="accent6">
                  <a:tint val="41000"/>
                  <a:lumMod val="99000"/>
                  <a:satMod val="120000"/>
                  <a:shade val="78000"/>
                </a:schemeClr>
              </a:gs>
            </a:gsLst>
            <a:lin ang="5400000" scaled="0"/>
          </a:gradFill>
          <a:ln>
            <a:noFill/>
          </a:ln>
          <a:effectLst/>
        </c:spPr>
      </c:pivotFmt>
      <c:pivotFmt>
        <c:idx val="273"/>
        <c:spPr>
          <a:gradFill rotWithShape="1">
            <a:gsLst>
              <a:gs pos="0">
                <a:schemeClr val="accent6">
                  <a:tint val="40000"/>
                  <a:satMod val="103000"/>
                  <a:lumMod val="102000"/>
                  <a:tint val="94000"/>
                </a:schemeClr>
              </a:gs>
              <a:gs pos="50000">
                <a:schemeClr val="accent6">
                  <a:tint val="40000"/>
                  <a:satMod val="110000"/>
                  <a:lumMod val="100000"/>
                  <a:shade val="100000"/>
                </a:schemeClr>
              </a:gs>
              <a:gs pos="100000">
                <a:schemeClr val="accent6">
                  <a:tint val="40000"/>
                  <a:lumMod val="99000"/>
                  <a:satMod val="120000"/>
                  <a:shade val="78000"/>
                </a:schemeClr>
              </a:gs>
            </a:gsLst>
            <a:lin ang="5400000" scaled="0"/>
          </a:gradFill>
          <a:ln>
            <a:noFill/>
          </a:ln>
          <a:effectLst/>
        </c:spPr>
      </c:pivotFmt>
      <c:pivotFmt>
        <c:idx val="274"/>
        <c:spPr>
          <a:gradFill rotWithShape="1">
            <a:gsLst>
              <a:gs pos="0">
                <a:schemeClr val="accent6">
                  <a:tint val="39000"/>
                  <a:satMod val="103000"/>
                  <a:lumMod val="102000"/>
                  <a:tint val="94000"/>
                </a:schemeClr>
              </a:gs>
              <a:gs pos="50000">
                <a:schemeClr val="accent6">
                  <a:tint val="39000"/>
                  <a:satMod val="110000"/>
                  <a:lumMod val="100000"/>
                  <a:shade val="100000"/>
                </a:schemeClr>
              </a:gs>
              <a:gs pos="100000">
                <a:schemeClr val="accent6">
                  <a:tint val="39000"/>
                  <a:lumMod val="99000"/>
                  <a:satMod val="120000"/>
                  <a:shade val="78000"/>
                </a:schemeClr>
              </a:gs>
            </a:gsLst>
            <a:lin ang="5400000" scaled="0"/>
          </a:gradFill>
          <a:ln>
            <a:noFill/>
          </a:ln>
          <a:effectLst/>
        </c:spPr>
      </c:pivotFmt>
      <c:pivotFmt>
        <c:idx val="275"/>
        <c:spPr>
          <a:gradFill rotWithShape="1">
            <a:gsLst>
              <a:gs pos="0">
                <a:schemeClr val="accent6">
                  <a:tint val="38000"/>
                  <a:satMod val="103000"/>
                  <a:lumMod val="102000"/>
                  <a:tint val="94000"/>
                </a:schemeClr>
              </a:gs>
              <a:gs pos="50000">
                <a:schemeClr val="accent6">
                  <a:tint val="38000"/>
                  <a:satMod val="110000"/>
                  <a:lumMod val="100000"/>
                  <a:shade val="100000"/>
                </a:schemeClr>
              </a:gs>
              <a:gs pos="100000">
                <a:schemeClr val="accent6">
                  <a:tint val="38000"/>
                  <a:lumMod val="99000"/>
                  <a:satMod val="120000"/>
                  <a:shade val="78000"/>
                </a:schemeClr>
              </a:gs>
            </a:gsLst>
            <a:lin ang="5400000" scaled="0"/>
          </a:gradFill>
          <a:ln>
            <a:noFill/>
          </a:ln>
          <a:effectLst/>
        </c:spPr>
      </c:pivotFmt>
      <c:pivotFmt>
        <c:idx val="276"/>
        <c:spPr>
          <a:gradFill rotWithShape="1">
            <a:gsLst>
              <a:gs pos="0">
                <a:schemeClr val="accent6">
                  <a:tint val="37000"/>
                  <a:satMod val="103000"/>
                  <a:lumMod val="102000"/>
                  <a:tint val="94000"/>
                </a:schemeClr>
              </a:gs>
              <a:gs pos="50000">
                <a:schemeClr val="accent6">
                  <a:tint val="37000"/>
                  <a:satMod val="110000"/>
                  <a:lumMod val="100000"/>
                  <a:shade val="100000"/>
                </a:schemeClr>
              </a:gs>
              <a:gs pos="100000">
                <a:schemeClr val="accent6">
                  <a:tint val="37000"/>
                  <a:lumMod val="99000"/>
                  <a:satMod val="120000"/>
                  <a:shade val="78000"/>
                </a:schemeClr>
              </a:gs>
            </a:gsLst>
            <a:lin ang="5400000" scaled="0"/>
          </a:gradFill>
          <a:ln>
            <a:noFill/>
          </a:ln>
          <a:effectLst/>
        </c:spPr>
      </c:pivotFmt>
      <c:pivotFmt>
        <c:idx val="277"/>
        <c:spPr>
          <a:gradFill rotWithShape="1">
            <a:gsLst>
              <a:gs pos="0">
                <a:schemeClr val="accent6">
                  <a:tint val="36000"/>
                  <a:satMod val="103000"/>
                  <a:lumMod val="102000"/>
                  <a:tint val="94000"/>
                </a:schemeClr>
              </a:gs>
              <a:gs pos="50000">
                <a:schemeClr val="accent6">
                  <a:tint val="36000"/>
                  <a:satMod val="110000"/>
                  <a:lumMod val="100000"/>
                  <a:shade val="100000"/>
                </a:schemeClr>
              </a:gs>
              <a:gs pos="100000">
                <a:schemeClr val="accent6">
                  <a:tint val="36000"/>
                  <a:lumMod val="99000"/>
                  <a:satMod val="120000"/>
                  <a:shade val="78000"/>
                </a:schemeClr>
              </a:gs>
            </a:gsLst>
            <a:lin ang="5400000" scaled="0"/>
          </a:gradFill>
          <a:ln>
            <a:noFill/>
          </a:ln>
          <a:effectLst/>
        </c:spPr>
      </c:pivotFmt>
      <c:pivotFmt>
        <c:idx val="278"/>
        <c:spPr>
          <a:gradFill rotWithShape="1">
            <a:gsLst>
              <a:gs pos="0">
                <a:schemeClr val="accent6">
                  <a:tint val="35000"/>
                  <a:satMod val="103000"/>
                  <a:lumMod val="102000"/>
                  <a:tint val="94000"/>
                </a:schemeClr>
              </a:gs>
              <a:gs pos="50000">
                <a:schemeClr val="accent6">
                  <a:tint val="35000"/>
                  <a:satMod val="110000"/>
                  <a:lumMod val="100000"/>
                  <a:shade val="100000"/>
                </a:schemeClr>
              </a:gs>
              <a:gs pos="100000">
                <a:schemeClr val="accent6">
                  <a:tint val="35000"/>
                  <a:lumMod val="99000"/>
                  <a:satMod val="120000"/>
                  <a:shade val="78000"/>
                </a:schemeClr>
              </a:gs>
            </a:gsLst>
            <a:lin ang="5400000" scaled="0"/>
          </a:gradFill>
          <a:ln>
            <a:noFill/>
          </a:ln>
          <a:effectLst/>
        </c:spPr>
      </c:pivotFmt>
      <c:pivotFmt>
        <c:idx val="279"/>
        <c:spPr>
          <a:gradFill rotWithShape="1">
            <a:gsLst>
              <a:gs pos="0">
                <a:schemeClr val="accent6">
                  <a:tint val="34000"/>
                  <a:satMod val="103000"/>
                  <a:lumMod val="102000"/>
                  <a:tint val="94000"/>
                </a:schemeClr>
              </a:gs>
              <a:gs pos="50000">
                <a:schemeClr val="accent6">
                  <a:tint val="34000"/>
                  <a:satMod val="110000"/>
                  <a:lumMod val="100000"/>
                  <a:shade val="100000"/>
                </a:schemeClr>
              </a:gs>
              <a:gs pos="100000">
                <a:schemeClr val="accent6">
                  <a:tint val="34000"/>
                  <a:lumMod val="99000"/>
                  <a:satMod val="120000"/>
                  <a:shade val="78000"/>
                </a:schemeClr>
              </a:gs>
            </a:gsLst>
            <a:lin ang="5400000" scaled="0"/>
          </a:gradFill>
          <a:ln>
            <a:noFill/>
          </a:ln>
          <a:effectLst/>
        </c:spPr>
      </c:pivotFmt>
      <c:pivotFmt>
        <c:idx val="280"/>
        <c:spPr>
          <a:gradFill rotWithShape="1">
            <a:gsLst>
              <a:gs pos="0">
                <a:schemeClr val="accent6">
                  <a:tint val="33000"/>
                  <a:satMod val="103000"/>
                  <a:lumMod val="102000"/>
                  <a:tint val="94000"/>
                </a:schemeClr>
              </a:gs>
              <a:gs pos="50000">
                <a:schemeClr val="accent6">
                  <a:tint val="33000"/>
                  <a:satMod val="110000"/>
                  <a:lumMod val="100000"/>
                  <a:shade val="100000"/>
                </a:schemeClr>
              </a:gs>
              <a:gs pos="100000">
                <a:schemeClr val="accent6">
                  <a:tint val="33000"/>
                  <a:lumMod val="99000"/>
                  <a:satMod val="120000"/>
                  <a:shade val="78000"/>
                </a:schemeClr>
              </a:gs>
            </a:gsLst>
            <a:lin ang="5400000" scaled="0"/>
          </a:gradFill>
          <a:ln>
            <a:noFill/>
          </a:ln>
          <a:effectLst/>
        </c:spPr>
      </c:pivotFmt>
      <c:pivotFmt>
        <c:idx val="281"/>
        <c:spPr>
          <a:gradFill rotWithShape="1">
            <a:gsLst>
              <a:gs pos="0">
                <a:schemeClr val="accent6">
                  <a:tint val="32000"/>
                  <a:satMod val="103000"/>
                  <a:lumMod val="102000"/>
                  <a:tint val="94000"/>
                </a:schemeClr>
              </a:gs>
              <a:gs pos="50000">
                <a:schemeClr val="accent6">
                  <a:tint val="32000"/>
                  <a:satMod val="110000"/>
                  <a:lumMod val="100000"/>
                  <a:shade val="100000"/>
                </a:schemeClr>
              </a:gs>
              <a:gs pos="100000">
                <a:schemeClr val="accent6">
                  <a:tint val="32000"/>
                  <a:lumMod val="99000"/>
                  <a:satMod val="120000"/>
                  <a:shade val="78000"/>
                </a:schemeClr>
              </a:gs>
            </a:gsLst>
            <a:lin ang="5400000" scaled="0"/>
          </a:gradFill>
          <a:ln>
            <a:noFill/>
          </a:ln>
          <a:effectLst/>
        </c:spPr>
      </c:pivotFmt>
      <c:pivotFmt>
        <c:idx val="282"/>
        <c:spPr>
          <a:gradFill rotWithShape="1">
            <a:gsLst>
              <a:gs pos="0">
                <a:schemeClr val="accent6">
                  <a:tint val="31000"/>
                  <a:satMod val="103000"/>
                  <a:lumMod val="102000"/>
                  <a:tint val="94000"/>
                </a:schemeClr>
              </a:gs>
              <a:gs pos="50000">
                <a:schemeClr val="accent6">
                  <a:tint val="31000"/>
                  <a:satMod val="110000"/>
                  <a:lumMod val="100000"/>
                  <a:shade val="100000"/>
                </a:schemeClr>
              </a:gs>
              <a:gs pos="100000">
                <a:schemeClr val="accent6">
                  <a:tint val="31000"/>
                  <a:lumMod val="99000"/>
                  <a:satMod val="120000"/>
                  <a:shade val="78000"/>
                </a:schemeClr>
              </a:gs>
            </a:gsLst>
            <a:lin ang="5400000" scaled="0"/>
          </a:gradFill>
          <a:ln>
            <a:noFill/>
          </a:ln>
          <a:effectLst/>
        </c:spPr>
      </c:pivotFmt>
      <c:pivotFmt>
        <c:idx val="283"/>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4"/>
        <c:spPr>
          <a:gradFill rotWithShape="1">
            <a:gsLst>
              <a:gs pos="0">
                <a:schemeClr val="accent6">
                  <a:shade val="30000"/>
                  <a:satMod val="103000"/>
                  <a:lumMod val="102000"/>
                  <a:tint val="94000"/>
                </a:schemeClr>
              </a:gs>
              <a:gs pos="50000">
                <a:schemeClr val="accent6">
                  <a:shade val="30000"/>
                  <a:satMod val="110000"/>
                  <a:lumMod val="100000"/>
                  <a:shade val="100000"/>
                </a:schemeClr>
              </a:gs>
              <a:gs pos="100000">
                <a:schemeClr val="accent6">
                  <a:shade val="30000"/>
                  <a:lumMod val="99000"/>
                  <a:satMod val="120000"/>
                  <a:shade val="78000"/>
                </a:schemeClr>
              </a:gs>
            </a:gsLst>
            <a:lin ang="5400000" scaled="0"/>
          </a:gradFill>
          <a:ln>
            <a:noFill/>
          </a:ln>
          <a:effectLst/>
        </c:spPr>
      </c:pivotFmt>
      <c:pivotFmt>
        <c:idx val="285"/>
        <c:spPr>
          <a:gradFill rotWithShape="1">
            <a:gsLst>
              <a:gs pos="0">
                <a:schemeClr val="accent6">
                  <a:shade val="31000"/>
                  <a:satMod val="103000"/>
                  <a:lumMod val="102000"/>
                  <a:tint val="94000"/>
                </a:schemeClr>
              </a:gs>
              <a:gs pos="50000">
                <a:schemeClr val="accent6">
                  <a:shade val="31000"/>
                  <a:satMod val="110000"/>
                  <a:lumMod val="100000"/>
                  <a:shade val="100000"/>
                </a:schemeClr>
              </a:gs>
              <a:gs pos="100000">
                <a:schemeClr val="accent6">
                  <a:shade val="31000"/>
                  <a:lumMod val="99000"/>
                  <a:satMod val="120000"/>
                  <a:shade val="78000"/>
                </a:schemeClr>
              </a:gs>
            </a:gsLst>
            <a:lin ang="5400000" scaled="0"/>
          </a:gradFill>
          <a:ln>
            <a:noFill/>
          </a:ln>
          <a:effectLst/>
        </c:spPr>
      </c:pivotFmt>
      <c:pivotFmt>
        <c:idx val="286"/>
        <c:spPr>
          <a:gradFill rotWithShape="1">
            <a:gsLst>
              <a:gs pos="0">
                <a:schemeClr val="accent6">
                  <a:shade val="32000"/>
                  <a:satMod val="103000"/>
                  <a:lumMod val="102000"/>
                  <a:tint val="94000"/>
                </a:schemeClr>
              </a:gs>
              <a:gs pos="50000">
                <a:schemeClr val="accent6">
                  <a:shade val="32000"/>
                  <a:satMod val="110000"/>
                  <a:lumMod val="100000"/>
                  <a:shade val="100000"/>
                </a:schemeClr>
              </a:gs>
              <a:gs pos="100000">
                <a:schemeClr val="accent6">
                  <a:shade val="32000"/>
                  <a:lumMod val="99000"/>
                  <a:satMod val="120000"/>
                  <a:shade val="78000"/>
                </a:schemeClr>
              </a:gs>
            </a:gsLst>
            <a:lin ang="5400000" scaled="0"/>
          </a:gradFill>
          <a:ln>
            <a:noFill/>
          </a:ln>
          <a:effectLst/>
        </c:spPr>
      </c:pivotFmt>
      <c:pivotFmt>
        <c:idx val="287"/>
        <c:spPr>
          <a:gradFill rotWithShape="1">
            <a:gsLst>
              <a:gs pos="0">
                <a:schemeClr val="accent6">
                  <a:shade val="33000"/>
                  <a:satMod val="103000"/>
                  <a:lumMod val="102000"/>
                  <a:tint val="94000"/>
                </a:schemeClr>
              </a:gs>
              <a:gs pos="50000">
                <a:schemeClr val="accent6">
                  <a:shade val="33000"/>
                  <a:satMod val="110000"/>
                  <a:lumMod val="100000"/>
                  <a:shade val="100000"/>
                </a:schemeClr>
              </a:gs>
              <a:gs pos="100000">
                <a:schemeClr val="accent6">
                  <a:shade val="33000"/>
                  <a:lumMod val="99000"/>
                  <a:satMod val="120000"/>
                  <a:shade val="78000"/>
                </a:schemeClr>
              </a:gs>
            </a:gsLst>
            <a:lin ang="5400000" scaled="0"/>
          </a:gradFill>
          <a:ln>
            <a:noFill/>
          </a:ln>
          <a:effectLst/>
        </c:spPr>
      </c:pivotFmt>
      <c:pivotFmt>
        <c:idx val="288"/>
        <c:spPr>
          <a:gradFill rotWithShape="1">
            <a:gsLst>
              <a:gs pos="0">
                <a:schemeClr val="accent6">
                  <a:shade val="34000"/>
                  <a:satMod val="103000"/>
                  <a:lumMod val="102000"/>
                  <a:tint val="94000"/>
                </a:schemeClr>
              </a:gs>
              <a:gs pos="50000">
                <a:schemeClr val="accent6">
                  <a:shade val="34000"/>
                  <a:satMod val="110000"/>
                  <a:lumMod val="100000"/>
                  <a:shade val="100000"/>
                </a:schemeClr>
              </a:gs>
              <a:gs pos="100000">
                <a:schemeClr val="accent6">
                  <a:shade val="34000"/>
                  <a:lumMod val="99000"/>
                  <a:satMod val="120000"/>
                  <a:shade val="78000"/>
                </a:schemeClr>
              </a:gs>
            </a:gsLst>
            <a:lin ang="5400000" scaled="0"/>
          </a:gradFill>
          <a:ln>
            <a:noFill/>
          </a:ln>
          <a:effectLst/>
        </c:spPr>
      </c:pivotFmt>
      <c:pivotFmt>
        <c:idx val="289"/>
        <c:spPr>
          <a:gradFill rotWithShape="1">
            <a:gsLst>
              <a:gs pos="0">
                <a:schemeClr val="accent6">
                  <a:shade val="35000"/>
                  <a:satMod val="103000"/>
                  <a:lumMod val="102000"/>
                  <a:tint val="94000"/>
                </a:schemeClr>
              </a:gs>
              <a:gs pos="50000">
                <a:schemeClr val="accent6">
                  <a:shade val="35000"/>
                  <a:satMod val="110000"/>
                  <a:lumMod val="100000"/>
                  <a:shade val="100000"/>
                </a:schemeClr>
              </a:gs>
              <a:gs pos="100000">
                <a:schemeClr val="accent6">
                  <a:shade val="35000"/>
                  <a:lumMod val="99000"/>
                  <a:satMod val="120000"/>
                  <a:shade val="78000"/>
                </a:schemeClr>
              </a:gs>
            </a:gsLst>
            <a:lin ang="5400000" scaled="0"/>
          </a:gradFill>
          <a:ln>
            <a:noFill/>
          </a:ln>
          <a:effectLst/>
        </c:spPr>
      </c:pivotFmt>
      <c:pivotFmt>
        <c:idx val="290"/>
        <c:spPr>
          <a:gradFill rotWithShape="1">
            <a:gsLst>
              <a:gs pos="0">
                <a:schemeClr val="accent6">
                  <a:shade val="36000"/>
                  <a:satMod val="103000"/>
                  <a:lumMod val="102000"/>
                  <a:tint val="94000"/>
                </a:schemeClr>
              </a:gs>
              <a:gs pos="50000">
                <a:schemeClr val="accent6">
                  <a:shade val="36000"/>
                  <a:satMod val="110000"/>
                  <a:lumMod val="100000"/>
                  <a:shade val="100000"/>
                </a:schemeClr>
              </a:gs>
              <a:gs pos="100000">
                <a:schemeClr val="accent6">
                  <a:shade val="36000"/>
                  <a:lumMod val="99000"/>
                  <a:satMod val="120000"/>
                  <a:shade val="78000"/>
                </a:schemeClr>
              </a:gs>
            </a:gsLst>
            <a:lin ang="5400000" scaled="0"/>
          </a:gradFill>
          <a:ln>
            <a:noFill/>
          </a:ln>
          <a:effectLst/>
        </c:spPr>
      </c:pivotFmt>
      <c:pivotFmt>
        <c:idx val="291"/>
        <c:spPr>
          <a:gradFill rotWithShape="1">
            <a:gsLst>
              <a:gs pos="0">
                <a:schemeClr val="accent6">
                  <a:shade val="37000"/>
                  <a:satMod val="103000"/>
                  <a:lumMod val="102000"/>
                  <a:tint val="94000"/>
                </a:schemeClr>
              </a:gs>
              <a:gs pos="50000">
                <a:schemeClr val="accent6">
                  <a:shade val="37000"/>
                  <a:satMod val="110000"/>
                  <a:lumMod val="100000"/>
                  <a:shade val="100000"/>
                </a:schemeClr>
              </a:gs>
              <a:gs pos="100000">
                <a:schemeClr val="accent6">
                  <a:shade val="37000"/>
                  <a:lumMod val="99000"/>
                  <a:satMod val="120000"/>
                  <a:shade val="78000"/>
                </a:schemeClr>
              </a:gs>
            </a:gsLst>
            <a:lin ang="5400000" scaled="0"/>
          </a:gradFill>
          <a:ln>
            <a:noFill/>
          </a:ln>
          <a:effectLst/>
        </c:spPr>
      </c:pivotFmt>
      <c:pivotFmt>
        <c:idx val="292"/>
        <c:spPr>
          <a:gradFill rotWithShape="1">
            <a:gsLst>
              <a:gs pos="0">
                <a:schemeClr val="accent6">
                  <a:shade val="38000"/>
                  <a:satMod val="103000"/>
                  <a:lumMod val="102000"/>
                  <a:tint val="94000"/>
                </a:schemeClr>
              </a:gs>
              <a:gs pos="50000">
                <a:schemeClr val="accent6">
                  <a:shade val="38000"/>
                  <a:satMod val="110000"/>
                  <a:lumMod val="100000"/>
                  <a:shade val="100000"/>
                </a:schemeClr>
              </a:gs>
              <a:gs pos="100000">
                <a:schemeClr val="accent6">
                  <a:shade val="38000"/>
                  <a:lumMod val="99000"/>
                  <a:satMod val="120000"/>
                  <a:shade val="78000"/>
                </a:schemeClr>
              </a:gs>
            </a:gsLst>
            <a:lin ang="5400000" scaled="0"/>
          </a:gradFill>
          <a:ln>
            <a:noFill/>
          </a:ln>
          <a:effectLst/>
        </c:spPr>
      </c:pivotFmt>
      <c:pivotFmt>
        <c:idx val="293"/>
        <c:spPr>
          <a:gradFill rotWithShape="1">
            <a:gsLst>
              <a:gs pos="0">
                <a:schemeClr val="accent6">
                  <a:shade val="39000"/>
                  <a:satMod val="103000"/>
                  <a:lumMod val="102000"/>
                  <a:tint val="94000"/>
                </a:schemeClr>
              </a:gs>
              <a:gs pos="50000">
                <a:schemeClr val="accent6">
                  <a:shade val="39000"/>
                  <a:satMod val="110000"/>
                  <a:lumMod val="100000"/>
                  <a:shade val="100000"/>
                </a:schemeClr>
              </a:gs>
              <a:gs pos="100000">
                <a:schemeClr val="accent6">
                  <a:shade val="39000"/>
                  <a:lumMod val="99000"/>
                  <a:satMod val="120000"/>
                  <a:shade val="78000"/>
                </a:schemeClr>
              </a:gs>
            </a:gsLst>
            <a:lin ang="5400000" scaled="0"/>
          </a:gradFill>
          <a:ln>
            <a:noFill/>
          </a:ln>
          <a:effectLst/>
        </c:spPr>
      </c:pivotFmt>
      <c:pivotFmt>
        <c:idx val="294"/>
        <c:spPr>
          <a:gradFill rotWithShape="1">
            <a:gsLst>
              <a:gs pos="0">
                <a:schemeClr val="accent6">
                  <a:shade val="40000"/>
                  <a:satMod val="103000"/>
                  <a:lumMod val="102000"/>
                  <a:tint val="94000"/>
                </a:schemeClr>
              </a:gs>
              <a:gs pos="50000">
                <a:schemeClr val="accent6">
                  <a:shade val="40000"/>
                  <a:satMod val="110000"/>
                  <a:lumMod val="100000"/>
                  <a:shade val="100000"/>
                </a:schemeClr>
              </a:gs>
              <a:gs pos="100000">
                <a:schemeClr val="accent6">
                  <a:shade val="40000"/>
                  <a:lumMod val="99000"/>
                  <a:satMod val="120000"/>
                  <a:shade val="78000"/>
                </a:schemeClr>
              </a:gs>
            </a:gsLst>
            <a:lin ang="5400000" scaled="0"/>
          </a:gradFill>
          <a:ln>
            <a:noFill/>
          </a:ln>
          <a:effectLst/>
        </c:spPr>
      </c:pivotFmt>
      <c:pivotFmt>
        <c:idx val="295"/>
        <c:spPr>
          <a:gradFill rotWithShape="1">
            <a:gsLst>
              <a:gs pos="0">
                <a:schemeClr val="accent6">
                  <a:shade val="41000"/>
                  <a:satMod val="103000"/>
                  <a:lumMod val="102000"/>
                  <a:tint val="94000"/>
                </a:schemeClr>
              </a:gs>
              <a:gs pos="50000">
                <a:schemeClr val="accent6">
                  <a:shade val="41000"/>
                  <a:satMod val="110000"/>
                  <a:lumMod val="100000"/>
                  <a:shade val="100000"/>
                </a:schemeClr>
              </a:gs>
              <a:gs pos="100000">
                <a:schemeClr val="accent6">
                  <a:shade val="41000"/>
                  <a:lumMod val="99000"/>
                  <a:satMod val="120000"/>
                  <a:shade val="78000"/>
                </a:schemeClr>
              </a:gs>
            </a:gsLst>
            <a:lin ang="5400000" scaled="0"/>
          </a:gradFill>
          <a:ln>
            <a:noFill/>
          </a:ln>
          <a:effectLst/>
        </c:spPr>
      </c:pivotFmt>
      <c:pivotFmt>
        <c:idx val="296"/>
        <c:spPr>
          <a:gradFill rotWithShape="1">
            <a:gsLst>
              <a:gs pos="0">
                <a:schemeClr val="accent6">
                  <a:shade val="42000"/>
                  <a:satMod val="103000"/>
                  <a:lumMod val="102000"/>
                  <a:tint val="94000"/>
                </a:schemeClr>
              </a:gs>
              <a:gs pos="50000">
                <a:schemeClr val="accent6">
                  <a:shade val="42000"/>
                  <a:satMod val="110000"/>
                  <a:lumMod val="100000"/>
                  <a:shade val="100000"/>
                </a:schemeClr>
              </a:gs>
              <a:gs pos="100000">
                <a:schemeClr val="accent6">
                  <a:shade val="42000"/>
                  <a:lumMod val="99000"/>
                  <a:satMod val="120000"/>
                  <a:shade val="78000"/>
                </a:schemeClr>
              </a:gs>
            </a:gsLst>
            <a:lin ang="5400000" scaled="0"/>
          </a:gradFill>
          <a:ln>
            <a:noFill/>
          </a:ln>
          <a:effectLst/>
        </c:spPr>
      </c:pivotFmt>
      <c:pivotFmt>
        <c:idx val="297"/>
        <c:spPr>
          <a:gradFill rotWithShape="1">
            <a:gsLst>
              <a:gs pos="0">
                <a:schemeClr val="accent6">
                  <a:shade val="43000"/>
                  <a:satMod val="103000"/>
                  <a:lumMod val="102000"/>
                  <a:tint val="94000"/>
                </a:schemeClr>
              </a:gs>
              <a:gs pos="50000">
                <a:schemeClr val="accent6">
                  <a:shade val="43000"/>
                  <a:satMod val="110000"/>
                  <a:lumMod val="100000"/>
                  <a:shade val="100000"/>
                </a:schemeClr>
              </a:gs>
              <a:gs pos="100000">
                <a:schemeClr val="accent6">
                  <a:shade val="43000"/>
                  <a:lumMod val="99000"/>
                  <a:satMod val="120000"/>
                  <a:shade val="78000"/>
                </a:schemeClr>
              </a:gs>
            </a:gsLst>
            <a:lin ang="5400000" scaled="0"/>
          </a:gradFill>
          <a:ln>
            <a:noFill/>
          </a:ln>
          <a:effectLst/>
        </c:spPr>
      </c:pivotFmt>
      <c:pivotFmt>
        <c:idx val="298"/>
        <c:spPr>
          <a:gradFill rotWithShape="1">
            <a:gsLst>
              <a:gs pos="0">
                <a:schemeClr val="accent6">
                  <a:shade val="44000"/>
                  <a:satMod val="103000"/>
                  <a:lumMod val="102000"/>
                  <a:tint val="94000"/>
                </a:schemeClr>
              </a:gs>
              <a:gs pos="50000">
                <a:schemeClr val="accent6">
                  <a:shade val="44000"/>
                  <a:satMod val="110000"/>
                  <a:lumMod val="100000"/>
                  <a:shade val="100000"/>
                </a:schemeClr>
              </a:gs>
              <a:gs pos="100000">
                <a:schemeClr val="accent6">
                  <a:shade val="44000"/>
                  <a:lumMod val="99000"/>
                  <a:satMod val="120000"/>
                  <a:shade val="78000"/>
                </a:schemeClr>
              </a:gs>
            </a:gsLst>
            <a:lin ang="5400000" scaled="0"/>
          </a:gradFill>
          <a:ln>
            <a:noFill/>
          </a:ln>
          <a:effectLst/>
        </c:spPr>
      </c:pivotFmt>
      <c:pivotFmt>
        <c:idx val="299"/>
        <c:spPr>
          <a:gradFill rotWithShape="1">
            <a:gsLst>
              <a:gs pos="0">
                <a:schemeClr val="accent6">
                  <a:shade val="45000"/>
                  <a:satMod val="103000"/>
                  <a:lumMod val="102000"/>
                  <a:tint val="94000"/>
                </a:schemeClr>
              </a:gs>
              <a:gs pos="50000">
                <a:schemeClr val="accent6">
                  <a:shade val="45000"/>
                  <a:satMod val="110000"/>
                  <a:lumMod val="100000"/>
                  <a:shade val="100000"/>
                </a:schemeClr>
              </a:gs>
              <a:gs pos="100000">
                <a:schemeClr val="accent6">
                  <a:shade val="45000"/>
                  <a:lumMod val="99000"/>
                  <a:satMod val="120000"/>
                  <a:shade val="78000"/>
                </a:schemeClr>
              </a:gs>
            </a:gsLst>
            <a:lin ang="5400000" scaled="0"/>
          </a:gradFill>
          <a:ln>
            <a:noFill/>
          </a:ln>
          <a:effectLst/>
        </c:spPr>
      </c:pivotFmt>
      <c:pivotFmt>
        <c:idx val="300"/>
        <c:spPr>
          <a:gradFill rotWithShape="1">
            <a:gsLst>
              <a:gs pos="0">
                <a:schemeClr val="accent6">
                  <a:shade val="46000"/>
                  <a:satMod val="103000"/>
                  <a:lumMod val="102000"/>
                  <a:tint val="94000"/>
                </a:schemeClr>
              </a:gs>
              <a:gs pos="50000">
                <a:schemeClr val="accent6">
                  <a:shade val="46000"/>
                  <a:satMod val="110000"/>
                  <a:lumMod val="100000"/>
                  <a:shade val="100000"/>
                </a:schemeClr>
              </a:gs>
              <a:gs pos="100000">
                <a:schemeClr val="accent6">
                  <a:shade val="46000"/>
                  <a:lumMod val="99000"/>
                  <a:satMod val="120000"/>
                  <a:shade val="78000"/>
                </a:schemeClr>
              </a:gs>
            </a:gsLst>
            <a:lin ang="5400000" scaled="0"/>
          </a:gradFill>
          <a:ln>
            <a:noFill/>
          </a:ln>
          <a:effectLst/>
        </c:spPr>
      </c:pivotFmt>
      <c:pivotFmt>
        <c:idx val="301"/>
        <c:spPr>
          <a:gradFill rotWithShape="1">
            <a:gsLst>
              <a:gs pos="0">
                <a:schemeClr val="accent6">
                  <a:shade val="47000"/>
                  <a:satMod val="103000"/>
                  <a:lumMod val="102000"/>
                  <a:tint val="94000"/>
                </a:schemeClr>
              </a:gs>
              <a:gs pos="50000">
                <a:schemeClr val="accent6">
                  <a:shade val="47000"/>
                  <a:satMod val="110000"/>
                  <a:lumMod val="100000"/>
                  <a:shade val="100000"/>
                </a:schemeClr>
              </a:gs>
              <a:gs pos="100000">
                <a:schemeClr val="accent6">
                  <a:shade val="47000"/>
                  <a:lumMod val="99000"/>
                  <a:satMod val="120000"/>
                  <a:shade val="78000"/>
                </a:schemeClr>
              </a:gs>
            </a:gsLst>
            <a:lin ang="5400000" scaled="0"/>
          </a:gradFill>
          <a:ln>
            <a:noFill/>
          </a:ln>
          <a:effectLst/>
        </c:spPr>
      </c:pivotFmt>
      <c:pivotFmt>
        <c:idx val="302"/>
        <c:spPr>
          <a:gradFill rotWithShape="1">
            <a:gsLst>
              <a:gs pos="0">
                <a:schemeClr val="accent6">
                  <a:shade val="48000"/>
                  <a:satMod val="103000"/>
                  <a:lumMod val="102000"/>
                  <a:tint val="94000"/>
                </a:schemeClr>
              </a:gs>
              <a:gs pos="50000">
                <a:schemeClr val="accent6">
                  <a:shade val="48000"/>
                  <a:satMod val="110000"/>
                  <a:lumMod val="100000"/>
                  <a:shade val="100000"/>
                </a:schemeClr>
              </a:gs>
              <a:gs pos="100000">
                <a:schemeClr val="accent6">
                  <a:shade val="48000"/>
                  <a:lumMod val="99000"/>
                  <a:satMod val="120000"/>
                  <a:shade val="78000"/>
                </a:schemeClr>
              </a:gs>
            </a:gsLst>
            <a:lin ang="5400000" scaled="0"/>
          </a:gradFill>
          <a:ln>
            <a:noFill/>
          </a:ln>
          <a:effectLst/>
        </c:spPr>
      </c:pivotFmt>
      <c:pivotFmt>
        <c:idx val="303"/>
        <c:spPr>
          <a:gradFill rotWithShape="1">
            <a:gsLst>
              <a:gs pos="0">
                <a:schemeClr val="accent6">
                  <a:shade val="49000"/>
                  <a:satMod val="103000"/>
                  <a:lumMod val="102000"/>
                  <a:tint val="94000"/>
                </a:schemeClr>
              </a:gs>
              <a:gs pos="50000">
                <a:schemeClr val="accent6">
                  <a:shade val="49000"/>
                  <a:satMod val="110000"/>
                  <a:lumMod val="100000"/>
                  <a:shade val="100000"/>
                </a:schemeClr>
              </a:gs>
              <a:gs pos="100000">
                <a:schemeClr val="accent6">
                  <a:shade val="49000"/>
                  <a:lumMod val="99000"/>
                  <a:satMod val="120000"/>
                  <a:shade val="78000"/>
                </a:schemeClr>
              </a:gs>
            </a:gsLst>
            <a:lin ang="5400000" scaled="0"/>
          </a:gradFill>
          <a:ln>
            <a:noFill/>
          </a:ln>
          <a:effectLst/>
        </c:spPr>
      </c:pivotFmt>
      <c:pivotFmt>
        <c:idx val="304"/>
        <c:spPr>
          <a:gradFill rotWithShape="1">
            <a:gsLst>
              <a:gs pos="0">
                <a:schemeClr val="accent6">
                  <a:shade val="50000"/>
                  <a:satMod val="103000"/>
                  <a:lumMod val="102000"/>
                  <a:tint val="94000"/>
                </a:schemeClr>
              </a:gs>
              <a:gs pos="50000">
                <a:schemeClr val="accent6">
                  <a:shade val="50000"/>
                  <a:satMod val="110000"/>
                  <a:lumMod val="100000"/>
                  <a:shade val="100000"/>
                </a:schemeClr>
              </a:gs>
              <a:gs pos="100000">
                <a:schemeClr val="accent6">
                  <a:shade val="50000"/>
                  <a:lumMod val="99000"/>
                  <a:satMod val="120000"/>
                  <a:shade val="78000"/>
                </a:schemeClr>
              </a:gs>
            </a:gsLst>
            <a:lin ang="5400000" scaled="0"/>
          </a:gradFill>
          <a:ln>
            <a:noFill/>
          </a:ln>
          <a:effectLst/>
        </c:spPr>
      </c:pivotFmt>
      <c:pivotFmt>
        <c:idx val="305"/>
        <c:spPr>
          <a:gradFill rotWithShape="1">
            <a:gsLst>
              <a:gs pos="0">
                <a:schemeClr val="accent6">
                  <a:shade val="51000"/>
                  <a:satMod val="103000"/>
                  <a:lumMod val="102000"/>
                  <a:tint val="94000"/>
                </a:schemeClr>
              </a:gs>
              <a:gs pos="50000">
                <a:schemeClr val="accent6">
                  <a:shade val="51000"/>
                  <a:satMod val="110000"/>
                  <a:lumMod val="100000"/>
                  <a:shade val="100000"/>
                </a:schemeClr>
              </a:gs>
              <a:gs pos="100000">
                <a:schemeClr val="accent6">
                  <a:shade val="51000"/>
                  <a:lumMod val="99000"/>
                  <a:satMod val="120000"/>
                  <a:shade val="78000"/>
                </a:schemeClr>
              </a:gs>
            </a:gsLst>
            <a:lin ang="5400000" scaled="0"/>
          </a:gradFill>
          <a:ln>
            <a:noFill/>
          </a:ln>
          <a:effectLst/>
        </c:spPr>
      </c:pivotFmt>
      <c:pivotFmt>
        <c:idx val="306"/>
        <c:spPr>
          <a:gradFill rotWithShape="1">
            <a:gsLst>
              <a:gs pos="0">
                <a:schemeClr val="accent6">
                  <a:shade val="52000"/>
                  <a:satMod val="103000"/>
                  <a:lumMod val="102000"/>
                  <a:tint val="94000"/>
                </a:schemeClr>
              </a:gs>
              <a:gs pos="50000">
                <a:schemeClr val="accent6">
                  <a:shade val="52000"/>
                  <a:satMod val="110000"/>
                  <a:lumMod val="100000"/>
                  <a:shade val="100000"/>
                </a:schemeClr>
              </a:gs>
              <a:gs pos="100000">
                <a:schemeClr val="accent6">
                  <a:shade val="52000"/>
                  <a:lumMod val="99000"/>
                  <a:satMod val="120000"/>
                  <a:shade val="78000"/>
                </a:schemeClr>
              </a:gs>
            </a:gsLst>
            <a:lin ang="5400000" scaled="0"/>
          </a:gradFill>
          <a:ln>
            <a:noFill/>
          </a:ln>
          <a:effectLst/>
        </c:spPr>
      </c:pivotFmt>
      <c:pivotFmt>
        <c:idx val="307"/>
        <c:spPr>
          <a:gradFill rotWithShape="1">
            <a:gsLst>
              <a:gs pos="0">
                <a:schemeClr val="accent6">
                  <a:shade val="53000"/>
                  <a:satMod val="103000"/>
                  <a:lumMod val="102000"/>
                  <a:tint val="94000"/>
                </a:schemeClr>
              </a:gs>
              <a:gs pos="50000">
                <a:schemeClr val="accent6">
                  <a:shade val="53000"/>
                  <a:satMod val="110000"/>
                  <a:lumMod val="100000"/>
                  <a:shade val="100000"/>
                </a:schemeClr>
              </a:gs>
              <a:gs pos="100000">
                <a:schemeClr val="accent6">
                  <a:shade val="53000"/>
                  <a:lumMod val="99000"/>
                  <a:satMod val="120000"/>
                  <a:shade val="78000"/>
                </a:schemeClr>
              </a:gs>
            </a:gsLst>
            <a:lin ang="5400000" scaled="0"/>
          </a:gradFill>
          <a:ln>
            <a:noFill/>
          </a:ln>
          <a:effectLst/>
        </c:spPr>
      </c:pivotFmt>
      <c:pivotFmt>
        <c:idx val="308"/>
        <c:spPr>
          <a:gradFill rotWithShape="1">
            <a:gsLst>
              <a:gs pos="0">
                <a:schemeClr val="accent6">
                  <a:shade val="54000"/>
                  <a:satMod val="103000"/>
                  <a:lumMod val="102000"/>
                  <a:tint val="94000"/>
                </a:schemeClr>
              </a:gs>
              <a:gs pos="50000">
                <a:schemeClr val="accent6">
                  <a:shade val="54000"/>
                  <a:satMod val="110000"/>
                  <a:lumMod val="100000"/>
                  <a:shade val="100000"/>
                </a:schemeClr>
              </a:gs>
              <a:gs pos="100000">
                <a:schemeClr val="accent6">
                  <a:shade val="54000"/>
                  <a:lumMod val="99000"/>
                  <a:satMod val="120000"/>
                  <a:shade val="78000"/>
                </a:schemeClr>
              </a:gs>
            </a:gsLst>
            <a:lin ang="5400000" scaled="0"/>
          </a:gradFill>
          <a:ln>
            <a:noFill/>
          </a:ln>
          <a:effectLst/>
        </c:spPr>
      </c:pivotFmt>
      <c:pivotFmt>
        <c:idx val="309"/>
        <c:spPr>
          <a:gradFill rotWithShape="1">
            <a:gsLst>
              <a:gs pos="0">
                <a:schemeClr val="accent6">
                  <a:shade val="55000"/>
                  <a:satMod val="103000"/>
                  <a:lumMod val="102000"/>
                  <a:tint val="94000"/>
                </a:schemeClr>
              </a:gs>
              <a:gs pos="50000">
                <a:schemeClr val="accent6">
                  <a:shade val="55000"/>
                  <a:satMod val="110000"/>
                  <a:lumMod val="100000"/>
                  <a:shade val="100000"/>
                </a:schemeClr>
              </a:gs>
              <a:gs pos="100000">
                <a:schemeClr val="accent6">
                  <a:shade val="55000"/>
                  <a:lumMod val="99000"/>
                  <a:satMod val="120000"/>
                  <a:shade val="78000"/>
                </a:schemeClr>
              </a:gs>
            </a:gsLst>
            <a:lin ang="5400000" scaled="0"/>
          </a:gradFill>
          <a:ln>
            <a:noFill/>
          </a:ln>
          <a:effectLst/>
        </c:spPr>
      </c:pivotFmt>
      <c:pivotFmt>
        <c:idx val="310"/>
        <c:spPr>
          <a:gradFill rotWithShape="1">
            <a:gsLst>
              <a:gs pos="0">
                <a:schemeClr val="accent6">
                  <a:shade val="56000"/>
                  <a:satMod val="103000"/>
                  <a:lumMod val="102000"/>
                  <a:tint val="94000"/>
                </a:schemeClr>
              </a:gs>
              <a:gs pos="50000">
                <a:schemeClr val="accent6">
                  <a:shade val="56000"/>
                  <a:satMod val="110000"/>
                  <a:lumMod val="100000"/>
                  <a:shade val="100000"/>
                </a:schemeClr>
              </a:gs>
              <a:gs pos="100000">
                <a:schemeClr val="accent6">
                  <a:shade val="56000"/>
                  <a:lumMod val="99000"/>
                  <a:satMod val="120000"/>
                  <a:shade val="78000"/>
                </a:schemeClr>
              </a:gs>
            </a:gsLst>
            <a:lin ang="5400000" scaled="0"/>
          </a:gradFill>
          <a:ln>
            <a:noFill/>
          </a:ln>
          <a:effectLst/>
        </c:spPr>
      </c:pivotFmt>
      <c:pivotFmt>
        <c:idx val="311"/>
        <c:spPr>
          <a:gradFill rotWithShape="1">
            <a:gsLst>
              <a:gs pos="0">
                <a:schemeClr val="accent6">
                  <a:shade val="57000"/>
                  <a:satMod val="103000"/>
                  <a:lumMod val="102000"/>
                  <a:tint val="94000"/>
                </a:schemeClr>
              </a:gs>
              <a:gs pos="50000">
                <a:schemeClr val="accent6">
                  <a:shade val="57000"/>
                  <a:satMod val="110000"/>
                  <a:lumMod val="100000"/>
                  <a:shade val="100000"/>
                </a:schemeClr>
              </a:gs>
              <a:gs pos="100000">
                <a:schemeClr val="accent6">
                  <a:shade val="57000"/>
                  <a:lumMod val="99000"/>
                  <a:satMod val="120000"/>
                  <a:shade val="78000"/>
                </a:schemeClr>
              </a:gs>
            </a:gsLst>
            <a:lin ang="5400000" scaled="0"/>
          </a:gradFill>
          <a:ln>
            <a:noFill/>
          </a:ln>
          <a:effectLst/>
        </c:spPr>
      </c:pivotFmt>
      <c:pivotFmt>
        <c:idx val="312"/>
        <c:spPr>
          <a:gradFill rotWithShape="1">
            <a:gsLst>
              <a:gs pos="0">
                <a:schemeClr val="accent6">
                  <a:shade val="58000"/>
                  <a:satMod val="103000"/>
                  <a:lumMod val="102000"/>
                  <a:tint val="94000"/>
                </a:schemeClr>
              </a:gs>
              <a:gs pos="50000">
                <a:schemeClr val="accent6">
                  <a:shade val="58000"/>
                  <a:satMod val="110000"/>
                  <a:lumMod val="100000"/>
                  <a:shade val="100000"/>
                </a:schemeClr>
              </a:gs>
              <a:gs pos="100000">
                <a:schemeClr val="accent6">
                  <a:shade val="58000"/>
                  <a:lumMod val="99000"/>
                  <a:satMod val="120000"/>
                  <a:shade val="78000"/>
                </a:schemeClr>
              </a:gs>
            </a:gsLst>
            <a:lin ang="5400000" scaled="0"/>
          </a:gradFill>
          <a:ln>
            <a:noFill/>
          </a:ln>
          <a:effectLst/>
        </c:spPr>
      </c:pivotFmt>
      <c:pivotFmt>
        <c:idx val="313"/>
        <c:spPr>
          <a:gradFill rotWithShape="1">
            <a:gsLst>
              <a:gs pos="0">
                <a:schemeClr val="accent6">
                  <a:shade val="59000"/>
                  <a:satMod val="103000"/>
                  <a:lumMod val="102000"/>
                  <a:tint val="94000"/>
                </a:schemeClr>
              </a:gs>
              <a:gs pos="50000">
                <a:schemeClr val="accent6">
                  <a:shade val="59000"/>
                  <a:satMod val="110000"/>
                  <a:lumMod val="100000"/>
                  <a:shade val="100000"/>
                </a:schemeClr>
              </a:gs>
              <a:gs pos="100000">
                <a:schemeClr val="accent6">
                  <a:shade val="59000"/>
                  <a:lumMod val="99000"/>
                  <a:satMod val="120000"/>
                  <a:shade val="78000"/>
                </a:schemeClr>
              </a:gs>
            </a:gsLst>
            <a:lin ang="5400000" scaled="0"/>
          </a:gradFill>
          <a:ln>
            <a:noFill/>
          </a:ln>
          <a:effectLst/>
        </c:spPr>
      </c:pivotFmt>
      <c:pivotFmt>
        <c:idx val="314"/>
        <c:spPr>
          <a:gradFill rotWithShape="1">
            <a:gsLst>
              <a:gs pos="0">
                <a:schemeClr val="accent6">
                  <a:shade val="60000"/>
                  <a:satMod val="103000"/>
                  <a:lumMod val="102000"/>
                  <a:tint val="94000"/>
                </a:schemeClr>
              </a:gs>
              <a:gs pos="50000">
                <a:schemeClr val="accent6">
                  <a:shade val="60000"/>
                  <a:satMod val="110000"/>
                  <a:lumMod val="100000"/>
                  <a:shade val="100000"/>
                </a:schemeClr>
              </a:gs>
              <a:gs pos="100000">
                <a:schemeClr val="accent6">
                  <a:shade val="60000"/>
                  <a:lumMod val="99000"/>
                  <a:satMod val="120000"/>
                  <a:shade val="78000"/>
                </a:schemeClr>
              </a:gs>
            </a:gsLst>
            <a:lin ang="5400000" scaled="0"/>
          </a:gradFill>
          <a:ln>
            <a:noFill/>
          </a:ln>
          <a:effectLst/>
        </c:spPr>
      </c:pivotFmt>
      <c:pivotFmt>
        <c:idx val="315"/>
        <c:spPr>
          <a:gradFill rotWithShape="1">
            <a:gsLst>
              <a:gs pos="0">
                <a:schemeClr val="accent6">
                  <a:shade val="61000"/>
                  <a:satMod val="103000"/>
                  <a:lumMod val="102000"/>
                  <a:tint val="94000"/>
                </a:schemeClr>
              </a:gs>
              <a:gs pos="50000">
                <a:schemeClr val="accent6">
                  <a:shade val="61000"/>
                  <a:satMod val="110000"/>
                  <a:lumMod val="100000"/>
                  <a:shade val="100000"/>
                </a:schemeClr>
              </a:gs>
              <a:gs pos="100000">
                <a:schemeClr val="accent6">
                  <a:shade val="61000"/>
                  <a:lumMod val="99000"/>
                  <a:satMod val="120000"/>
                  <a:shade val="78000"/>
                </a:schemeClr>
              </a:gs>
            </a:gsLst>
            <a:lin ang="5400000" scaled="0"/>
          </a:gradFill>
          <a:ln>
            <a:noFill/>
          </a:ln>
          <a:effectLst/>
        </c:spPr>
      </c:pivotFmt>
      <c:pivotFmt>
        <c:idx val="316"/>
        <c:spPr>
          <a:gradFill rotWithShape="1">
            <a:gsLst>
              <a:gs pos="0">
                <a:schemeClr val="accent6">
                  <a:shade val="62000"/>
                  <a:satMod val="103000"/>
                  <a:lumMod val="102000"/>
                  <a:tint val="94000"/>
                </a:schemeClr>
              </a:gs>
              <a:gs pos="50000">
                <a:schemeClr val="accent6">
                  <a:shade val="62000"/>
                  <a:satMod val="110000"/>
                  <a:lumMod val="100000"/>
                  <a:shade val="100000"/>
                </a:schemeClr>
              </a:gs>
              <a:gs pos="100000">
                <a:schemeClr val="accent6">
                  <a:shade val="62000"/>
                  <a:lumMod val="99000"/>
                  <a:satMod val="120000"/>
                  <a:shade val="78000"/>
                </a:schemeClr>
              </a:gs>
            </a:gsLst>
            <a:lin ang="5400000" scaled="0"/>
          </a:gradFill>
          <a:ln>
            <a:noFill/>
          </a:ln>
          <a:effectLst/>
        </c:spPr>
      </c:pivotFmt>
      <c:pivotFmt>
        <c:idx val="317"/>
        <c:spPr>
          <a:gradFill rotWithShape="1">
            <a:gsLst>
              <a:gs pos="0">
                <a:schemeClr val="accent6">
                  <a:shade val="63000"/>
                  <a:satMod val="103000"/>
                  <a:lumMod val="102000"/>
                  <a:tint val="94000"/>
                </a:schemeClr>
              </a:gs>
              <a:gs pos="50000">
                <a:schemeClr val="accent6">
                  <a:shade val="63000"/>
                  <a:satMod val="110000"/>
                  <a:lumMod val="100000"/>
                  <a:shade val="100000"/>
                </a:schemeClr>
              </a:gs>
              <a:gs pos="100000">
                <a:schemeClr val="accent6">
                  <a:shade val="63000"/>
                  <a:lumMod val="99000"/>
                  <a:satMod val="120000"/>
                  <a:shade val="78000"/>
                </a:schemeClr>
              </a:gs>
            </a:gsLst>
            <a:lin ang="5400000" scaled="0"/>
          </a:gradFill>
          <a:ln>
            <a:noFill/>
          </a:ln>
          <a:effectLst/>
        </c:spPr>
      </c:pivotFmt>
      <c:pivotFmt>
        <c:idx val="318"/>
        <c:spPr>
          <a:gradFill rotWithShape="1">
            <a:gsLst>
              <a:gs pos="0">
                <a:schemeClr val="accent6">
                  <a:shade val="64000"/>
                  <a:satMod val="103000"/>
                  <a:lumMod val="102000"/>
                  <a:tint val="94000"/>
                </a:schemeClr>
              </a:gs>
              <a:gs pos="50000">
                <a:schemeClr val="accent6">
                  <a:shade val="64000"/>
                  <a:satMod val="110000"/>
                  <a:lumMod val="100000"/>
                  <a:shade val="100000"/>
                </a:schemeClr>
              </a:gs>
              <a:gs pos="100000">
                <a:schemeClr val="accent6">
                  <a:shade val="64000"/>
                  <a:lumMod val="99000"/>
                  <a:satMod val="120000"/>
                  <a:shade val="78000"/>
                </a:schemeClr>
              </a:gs>
            </a:gsLst>
            <a:lin ang="5400000" scaled="0"/>
          </a:gradFill>
          <a:ln>
            <a:noFill/>
          </a:ln>
          <a:effectLst/>
        </c:spPr>
      </c:pivotFmt>
      <c:pivotFmt>
        <c:idx val="319"/>
        <c:spPr>
          <a:gradFill rotWithShape="1">
            <a:gsLst>
              <a:gs pos="0">
                <a:schemeClr val="accent6">
                  <a:shade val="65000"/>
                  <a:satMod val="103000"/>
                  <a:lumMod val="102000"/>
                  <a:tint val="94000"/>
                </a:schemeClr>
              </a:gs>
              <a:gs pos="50000">
                <a:schemeClr val="accent6">
                  <a:shade val="65000"/>
                  <a:satMod val="110000"/>
                  <a:lumMod val="100000"/>
                  <a:shade val="100000"/>
                </a:schemeClr>
              </a:gs>
              <a:gs pos="100000">
                <a:schemeClr val="accent6">
                  <a:shade val="65000"/>
                  <a:lumMod val="99000"/>
                  <a:satMod val="120000"/>
                  <a:shade val="78000"/>
                </a:schemeClr>
              </a:gs>
            </a:gsLst>
            <a:lin ang="5400000" scaled="0"/>
          </a:gradFill>
          <a:ln>
            <a:noFill/>
          </a:ln>
          <a:effectLst/>
        </c:spPr>
      </c:pivotFmt>
      <c:pivotFmt>
        <c:idx val="320"/>
        <c:spPr>
          <a:gradFill rotWithShape="1">
            <a:gsLst>
              <a:gs pos="0">
                <a:schemeClr val="accent6">
                  <a:shade val="66000"/>
                  <a:satMod val="103000"/>
                  <a:lumMod val="102000"/>
                  <a:tint val="94000"/>
                </a:schemeClr>
              </a:gs>
              <a:gs pos="50000">
                <a:schemeClr val="accent6">
                  <a:shade val="66000"/>
                  <a:satMod val="110000"/>
                  <a:lumMod val="100000"/>
                  <a:shade val="100000"/>
                </a:schemeClr>
              </a:gs>
              <a:gs pos="100000">
                <a:schemeClr val="accent6">
                  <a:shade val="66000"/>
                  <a:lumMod val="99000"/>
                  <a:satMod val="120000"/>
                  <a:shade val="78000"/>
                </a:schemeClr>
              </a:gs>
            </a:gsLst>
            <a:lin ang="5400000" scaled="0"/>
          </a:gradFill>
          <a:ln>
            <a:noFill/>
          </a:ln>
          <a:effectLst/>
        </c:spPr>
      </c:pivotFmt>
      <c:pivotFmt>
        <c:idx val="321"/>
        <c:spPr>
          <a:gradFill rotWithShape="1">
            <a:gsLst>
              <a:gs pos="0">
                <a:schemeClr val="accent6">
                  <a:shade val="67000"/>
                  <a:satMod val="103000"/>
                  <a:lumMod val="102000"/>
                  <a:tint val="94000"/>
                </a:schemeClr>
              </a:gs>
              <a:gs pos="50000">
                <a:schemeClr val="accent6">
                  <a:shade val="67000"/>
                  <a:satMod val="110000"/>
                  <a:lumMod val="100000"/>
                  <a:shade val="100000"/>
                </a:schemeClr>
              </a:gs>
              <a:gs pos="100000">
                <a:schemeClr val="accent6">
                  <a:shade val="67000"/>
                  <a:lumMod val="99000"/>
                  <a:satMod val="120000"/>
                  <a:shade val="78000"/>
                </a:schemeClr>
              </a:gs>
            </a:gsLst>
            <a:lin ang="5400000" scaled="0"/>
          </a:gradFill>
          <a:ln>
            <a:noFill/>
          </a:ln>
          <a:effectLst/>
        </c:spPr>
      </c:pivotFmt>
      <c:pivotFmt>
        <c:idx val="322"/>
        <c:spPr>
          <a:gradFill rotWithShape="1">
            <a:gsLst>
              <a:gs pos="0">
                <a:schemeClr val="accent6">
                  <a:shade val="68000"/>
                  <a:satMod val="103000"/>
                  <a:lumMod val="102000"/>
                  <a:tint val="94000"/>
                </a:schemeClr>
              </a:gs>
              <a:gs pos="50000">
                <a:schemeClr val="accent6">
                  <a:shade val="68000"/>
                  <a:satMod val="110000"/>
                  <a:lumMod val="100000"/>
                  <a:shade val="100000"/>
                </a:schemeClr>
              </a:gs>
              <a:gs pos="100000">
                <a:schemeClr val="accent6">
                  <a:shade val="68000"/>
                  <a:lumMod val="99000"/>
                  <a:satMod val="120000"/>
                  <a:shade val="78000"/>
                </a:schemeClr>
              </a:gs>
            </a:gsLst>
            <a:lin ang="5400000" scaled="0"/>
          </a:gradFill>
          <a:ln>
            <a:noFill/>
          </a:ln>
          <a:effectLst/>
        </c:spPr>
      </c:pivotFmt>
      <c:pivotFmt>
        <c:idx val="323"/>
        <c:spPr>
          <a:gradFill rotWithShape="1">
            <a:gsLst>
              <a:gs pos="0">
                <a:schemeClr val="accent6">
                  <a:shade val="69000"/>
                  <a:satMod val="103000"/>
                  <a:lumMod val="102000"/>
                  <a:tint val="94000"/>
                </a:schemeClr>
              </a:gs>
              <a:gs pos="50000">
                <a:schemeClr val="accent6">
                  <a:shade val="69000"/>
                  <a:satMod val="110000"/>
                  <a:lumMod val="100000"/>
                  <a:shade val="100000"/>
                </a:schemeClr>
              </a:gs>
              <a:gs pos="100000">
                <a:schemeClr val="accent6">
                  <a:shade val="69000"/>
                  <a:lumMod val="99000"/>
                  <a:satMod val="120000"/>
                  <a:shade val="78000"/>
                </a:schemeClr>
              </a:gs>
            </a:gsLst>
            <a:lin ang="5400000" scaled="0"/>
          </a:gradFill>
          <a:ln>
            <a:noFill/>
          </a:ln>
          <a:effectLst/>
        </c:spPr>
      </c:pivotFmt>
      <c:pivotFmt>
        <c:idx val="324"/>
        <c:spPr>
          <a:gradFill rotWithShape="1">
            <a:gsLst>
              <a:gs pos="0">
                <a:schemeClr val="accent6">
                  <a:shade val="70000"/>
                  <a:satMod val="103000"/>
                  <a:lumMod val="102000"/>
                  <a:tint val="94000"/>
                </a:schemeClr>
              </a:gs>
              <a:gs pos="50000">
                <a:schemeClr val="accent6">
                  <a:shade val="70000"/>
                  <a:satMod val="110000"/>
                  <a:lumMod val="100000"/>
                  <a:shade val="100000"/>
                </a:schemeClr>
              </a:gs>
              <a:gs pos="100000">
                <a:schemeClr val="accent6">
                  <a:shade val="70000"/>
                  <a:lumMod val="99000"/>
                  <a:satMod val="120000"/>
                  <a:shade val="78000"/>
                </a:schemeClr>
              </a:gs>
            </a:gsLst>
            <a:lin ang="5400000" scaled="0"/>
          </a:gradFill>
          <a:ln>
            <a:noFill/>
          </a:ln>
          <a:effectLst/>
        </c:spPr>
      </c:pivotFmt>
      <c:pivotFmt>
        <c:idx val="325"/>
        <c:spPr>
          <a:gradFill rotWithShape="1">
            <a:gsLst>
              <a:gs pos="0">
                <a:schemeClr val="accent6">
                  <a:shade val="71000"/>
                  <a:satMod val="103000"/>
                  <a:lumMod val="102000"/>
                  <a:tint val="94000"/>
                </a:schemeClr>
              </a:gs>
              <a:gs pos="50000">
                <a:schemeClr val="accent6">
                  <a:shade val="71000"/>
                  <a:satMod val="110000"/>
                  <a:lumMod val="100000"/>
                  <a:shade val="100000"/>
                </a:schemeClr>
              </a:gs>
              <a:gs pos="100000">
                <a:schemeClr val="accent6">
                  <a:shade val="71000"/>
                  <a:lumMod val="99000"/>
                  <a:satMod val="120000"/>
                  <a:shade val="78000"/>
                </a:schemeClr>
              </a:gs>
            </a:gsLst>
            <a:lin ang="5400000" scaled="0"/>
          </a:gradFill>
          <a:ln>
            <a:noFill/>
          </a:ln>
          <a:effectLst/>
        </c:spPr>
      </c:pivotFmt>
      <c:pivotFmt>
        <c:idx val="326"/>
        <c:spPr>
          <a:gradFill rotWithShape="1">
            <a:gsLst>
              <a:gs pos="0">
                <a:schemeClr val="accent6">
                  <a:shade val="72000"/>
                  <a:satMod val="103000"/>
                  <a:lumMod val="102000"/>
                  <a:tint val="94000"/>
                </a:schemeClr>
              </a:gs>
              <a:gs pos="50000">
                <a:schemeClr val="accent6">
                  <a:shade val="72000"/>
                  <a:satMod val="110000"/>
                  <a:lumMod val="100000"/>
                  <a:shade val="100000"/>
                </a:schemeClr>
              </a:gs>
              <a:gs pos="100000">
                <a:schemeClr val="accent6">
                  <a:shade val="72000"/>
                  <a:lumMod val="99000"/>
                  <a:satMod val="120000"/>
                  <a:shade val="78000"/>
                </a:schemeClr>
              </a:gs>
            </a:gsLst>
            <a:lin ang="5400000" scaled="0"/>
          </a:gradFill>
          <a:ln>
            <a:noFill/>
          </a:ln>
          <a:effectLst/>
        </c:spPr>
      </c:pivotFmt>
      <c:pivotFmt>
        <c:idx val="327"/>
        <c:spPr>
          <a:gradFill rotWithShape="1">
            <a:gsLst>
              <a:gs pos="0">
                <a:schemeClr val="accent6">
                  <a:shade val="73000"/>
                  <a:satMod val="103000"/>
                  <a:lumMod val="102000"/>
                  <a:tint val="94000"/>
                </a:schemeClr>
              </a:gs>
              <a:gs pos="50000">
                <a:schemeClr val="accent6">
                  <a:shade val="73000"/>
                  <a:satMod val="110000"/>
                  <a:lumMod val="100000"/>
                  <a:shade val="100000"/>
                </a:schemeClr>
              </a:gs>
              <a:gs pos="100000">
                <a:schemeClr val="accent6">
                  <a:shade val="73000"/>
                  <a:lumMod val="99000"/>
                  <a:satMod val="120000"/>
                  <a:shade val="78000"/>
                </a:schemeClr>
              </a:gs>
            </a:gsLst>
            <a:lin ang="5400000" scaled="0"/>
          </a:gradFill>
          <a:ln>
            <a:noFill/>
          </a:ln>
          <a:effectLst/>
        </c:spPr>
      </c:pivotFmt>
      <c:pivotFmt>
        <c:idx val="328"/>
        <c:spPr>
          <a:gradFill rotWithShape="1">
            <a:gsLst>
              <a:gs pos="0">
                <a:schemeClr val="accent6">
                  <a:shade val="74000"/>
                  <a:satMod val="103000"/>
                  <a:lumMod val="102000"/>
                  <a:tint val="94000"/>
                </a:schemeClr>
              </a:gs>
              <a:gs pos="50000">
                <a:schemeClr val="accent6">
                  <a:shade val="74000"/>
                  <a:satMod val="110000"/>
                  <a:lumMod val="100000"/>
                  <a:shade val="100000"/>
                </a:schemeClr>
              </a:gs>
              <a:gs pos="100000">
                <a:schemeClr val="accent6">
                  <a:shade val="74000"/>
                  <a:lumMod val="99000"/>
                  <a:satMod val="120000"/>
                  <a:shade val="78000"/>
                </a:schemeClr>
              </a:gs>
            </a:gsLst>
            <a:lin ang="5400000" scaled="0"/>
          </a:gradFill>
          <a:ln>
            <a:noFill/>
          </a:ln>
          <a:effectLst/>
        </c:spPr>
      </c:pivotFmt>
      <c:pivotFmt>
        <c:idx val="329"/>
        <c:spPr>
          <a:gradFill rotWithShape="1">
            <a:gsLst>
              <a:gs pos="0">
                <a:schemeClr val="accent6">
                  <a:shade val="75000"/>
                  <a:satMod val="103000"/>
                  <a:lumMod val="102000"/>
                  <a:tint val="94000"/>
                </a:schemeClr>
              </a:gs>
              <a:gs pos="50000">
                <a:schemeClr val="accent6">
                  <a:shade val="75000"/>
                  <a:satMod val="110000"/>
                  <a:lumMod val="100000"/>
                  <a:shade val="100000"/>
                </a:schemeClr>
              </a:gs>
              <a:gs pos="100000">
                <a:schemeClr val="accent6">
                  <a:shade val="75000"/>
                  <a:lumMod val="99000"/>
                  <a:satMod val="120000"/>
                  <a:shade val="78000"/>
                </a:schemeClr>
              </a:gs>
            </a:gsLst>
            <a:lin ang="5400000" scaled="0"/>
          </a:gradFill>
          <a:ln>
            <a:noFill/>
          </a:ln>
          <a:effectLst/>
        </c:spPr>
      </c:pivotFmt>
      <c:pivotFmt>
        <c:idx val="330"/>
        <c:spPr>
          <a:gradFill rotWithShape="1">
            <a:gsLst>
              <a:gs pos="0">
                <a:schemeClr val="accent6">
                  <a:shade val="76000"/>
                  <a:satMod val="103000"/>
                  <a:lumMod val="102000"/>
                  <a:tint val="94000"/>
                </a:schemeClr>
              </a:gs>
              <a:gs pos="50000">
                <a:schemeClr val="accent6">
                  <a:shade val="76000"/>
                  <a:satMod val="110000"/>
                  <a:lumMod val="100000"/>
                  <a:shade val="100000"/>
                </a:schemeClr>
              </a:gs>
              <a:gs pos="100000">
                <a:schemeClr val="accent6">
                  <a:shade val="76000"/>
                  <a:lumMod val="99000"/>
                  <a:satMod val="120000"/>
                  <a:shade val="78000"/>
                </a:schemeClr>
              </a:gs>
            </a:gsLst>
            <a:lin ang="5400000" scaled="0"/>
          </a:gradFill>
          <a:ln>
            <a:noFill/>
          </a:ln>
          <a:effectLst/>
        </c:spPr>
      </c:pivotFmt>
      <c:pivotFmt>
        <c:idx val="331"/>
        <c:spPr>
          <a:gradFill rotWithShape="1">
            <a:gsLst>
              <a:gs pos="0">
                <a:schemeClr val="accent6">
                  <a:shade val="77000"/>
                  <a:satMod val="103000"/>
                  <a:lumMod val="102000"/>
                  <a:tint val="94000"/>
                </a:schemeClr>
              </a:gs>
              <a:gs pos="50000">
                <a:schemeClr val="accent6">
                  <a:shade val="77000"/>
                  <a:satMod val="110000"/>
                  <a:lumMod val="100000"/>
                  <a:shade val="100000"/>
                </a:schemeClr>
              </a:gs>
              <a:gs pos="100000">
                <a:schemeClr val="accent6">
                  <a:shade val="77000"/>
                  <a:lumMod val="99000"/>
                  <a:satMod val="120000"/>
                  <a:shade val="78000"/>
                </a:schemeClr>
              </a:gs>
            </a:gsLst>
            <a:lin ang="5400000" scaled="0"/>
          </a:gradFill>
          <a:ln>
            <a:noFill/>
          </a:ln>
          <a:effectLst/>
        </c:spPr>
      </c:pivotFmt>
      <c:pivotFmt>
        <c:idx val="332"/>
        <c:spPr>
          <a:gradFill rotWithShape="1">
            <a:gsLst>
              <a:gs pos="0">
                <a:schemeClr val="accent6">
                  <a:shade val="78000"/>
                  <a:satMod val="103000"/>
                  <a:lumMod val="102000"/>
                  <a:tint val="94000"/>
                </a:schemeClr>
              </a:gs>
              <a:gs pos="50000">
                <a:schemeClr val="accent6">
                  <a:shade val="78000"/>
                  <a:satMod val="110000"/>
                  <a:lumMod val="100000"/>
                  <a:shade val="100000"/>
                </a:schemeClr>
              </a:gs>
              <a:gs pos="100000">
                <a:schemeClr val="accent6">
                  <a:shade val="78000"/>
                  <a:lumMod val="99000"/>
                  <a:satMod val="120000"/>
                  <a:shade val="78000"/>
                </a:schemeClr>
              </a:gs>
            </a:gsLst>
            <a:lin ang="5400000" scaled="0"/>
          </a:gradFill>
          <a:ln>
            <a:noFill/>
          </a:ln>
          <a:effectLst/>
        </c:spPr>
      </c:pivotFmt>
      <c:pivotFmt>
        <c:idx val="333"/>
        <c:spPr>
          <a:gradFill rotWithShape="1">
            <a:gsLst>
              <a:gs pos="0">
                <a:schemeClr val="accent6">
                  <a:shade val="79000"/>
                  <a:satMod val="103000"/>
                  <a:lumMod val="102000"/>
                  <a:tint val="94000"/>
                </a:schemeClr>
              </a:gs>
              <a:gs pos="50000">
                <a:schemeClr val="accent6">
                  <a:shade val="79000"/>
                  <a:satMod val="110000"/>
                  <a:lumMod val="100000"/>
                  <a:shade val="100000"/>
                </a:schemeClr>
              </a:gs>
              <a:gs pos="100000">
                <a:schemeClr val="accent6">
                  <a:shade val="79000"/>
                  <a:lumMod val="99000"/>
                  <a:satMod val="120000"/>
                  <a:shade val="78000"/>
                </a:schemeClr>
              </a:gs>
            </a:gsLst>
            <a:lin ang="5400000" scaled="0"/>
          </a:gradFill>
          <a:ln>
            <a:noFill/>
          </a:ln>
          <a:effectLst/>
        </c:spPr>
      </c:pivotFmt>
      <c:pivotFmt>
        <c:idx val="334"/>
        <c:spPr>
          <a:gradFill rotWithShape="1">
            <a:gsLst>
              <a:gs pos="0">
                <a:schemeClr val="accent6">
                  <a:shade val="80000"/>
                  <a:satMod val="103000"/>
                  <a:lumMod val="102000"/>
                  <a:tint val="94000"/>
                </a:schemeClr>
              </a:gs>
              <a:gs pos="50000">
                <a:schemeClr val="accent6">
                  <a:shade val="80000"/>
                  <a:satMod val="110000"/>
                  <a:lumMod val="100000"/>
                  <a:shade val="100000"/>
                </a:schemeClr>
              </a:gs>
              <a:gs pos="100000">
                <a:schemeClr val="accent6">
                  <a:shade val="80000"/>
                  <a:lumMod val="99000"/>
                  <a:satMod val="120000"/>
                  <a:shade val="78000"/>
                </a:schemeClr>
              </a:gs>
            </a:gsLst>
            <a:lin ang="5400000" scaled="0"/>
          </a:gradFill>
          <a:ln>
            <a:noFill/>
          </a:ln>
          <a:effectLst/>
        </c:spPr>
      </c:pivotFmt>
      <c:pivotFmt>
        <c:idx val="335"/>
        <c:spPr>
          <a:gradFill rotWithShape="1">
            <a:gsLst>
              <a:gs pos="0">
                <a:schemeClr val="accent6">
                  <a:shade val="81000"/>
                  <a:satMod val="103000"/>
                  <a:lumMod val="102000"/>
                  <a:tint val="94000"/>
                </a:schemeClr>
              </a:gs>
              <a:gs pos="50000">
                <a:schemeClr val="accent6">
                  <a:shade val="81000"/>
                  <a:satMod val="110000"/>
                  <a:lumMod val="100000"/>
                  <a:shade val="100000"/>
                </a:schemeClr>
              </a:gs>
              <a:gs pos="100000">
                <a:schemeClr val="accent6">
                  <a:shade val="81000"/>
                  <a:lumMod val="99000"/>
                  <a:satMod val="120000"/>
                  <a:shade val="78000"/>
                </a:schemeClr>
              </a:gs>
            </a:gsLst>
            <a:lin ang="5400000" scaled="0"/>
          </a:gradFill>
          <a:ln>
            <a:noFill/>
          </a:ln>
          <a:effectLst/>
        </c:spPr>
      </c:pivotFmt>
      <c:pivotFmt>
        <c:idx val="336"/>
        <c:spPr>
          <a:gradFill rotWithShape="1">
            <a:gsLst>
              <a:gs pos="0">
                <a:schemeClr val="accent6">
                  <a:shade val="82000"/>
                  <a:satMod val="103000"/>
                  <a:lumMod val="102000"/>
                  <a:tint val="94000"/>
                </a:schemeClr>
              </a:gs>
              <a:gs pos="50000">
                <a:schemeClr val="accent6">
                  <a:shade val="82000"/>
                  <a:satMod val="110000"/>
                  <a:lumMod val="100000"/>
                  <a:shade val="100000"/>
                </a:schemeClr>
              </a:gs>
              <a:gs pos="100000">
                <a:schemeClr val="accent6">
                  <a:shade val="82000"/>
                  <a:lumMod val="99000"/>
                  <a:satMod val="120000"/>
                  <a:shade val="78000"/>
                </a:schemeClr>
              </a:gs>
            </a:gsLst>
            <a:lin ang="5400000" scaled="0"/>
          </a:gradFill>
          <a:ln>
            <a:noFill/>
          </a:ln>
          <a:effectLst/>
        </c:spPr>
      </c:pivotFmt>
      <c:pivotFmt>
        <c:idx val="337"/>
        <c:spPr>
          <a:gradFill rotWithShape="1">
            <a:gsLst>
              <a:gs pos="0">
                <a:schemeClr val="accent6">
                  <a:shade val="83000"/>
                  <a:satMod val="103000"/>
                  <a:lumMod val="102000"/>
                  <a:tint val="94000"/>
                </a:schemeClr>
              </a:gs>
              <a:gs pos="50000">
                <a:schemeClr val="accent6">
                  <a:shade val="83000"/>
                  <a:satMod val="110000"/>
                  <a:lumMod val="100000"/>
                  <a:shade val="100000"/>
                </a:schemeClr>
              </a:gs>
              <a:gs pos="100000">
                <a:schemeClr val="accent6">
                  <a:shade val="83000"/>
                  <a:lumMod val="99000"/>
                  <a:satMod val="120000"/>
                  <a:shade val="78000"/>
                </a:schemeClr>
              </a:gs>
            </a:gsLst>
            <a:lin ang="5400000" scaled="0"/>
          </a:gradFill>
          <a:ln>
            <a:noFill/>
          </a:ln>
          <a:effectLst/>
        </c:spPr>
      </c:pivotFmt>
      <c:pivotFmt>
        <c:idx val="338"/>
        <c:spPr>
          <a:gradFill rotWithShape="1">
            <a:gsLst>
              <a:gs pos="0">
                <a:schemeClr val="accent6">
                  <a:shade val="84000"/>
                  <a:satMod val="103000"/>
                  <a:lumMod val="102000"/>
                  <a:tint val="94000"/>
                </a:schemeClr>
              </a:gs>
              <a:gs pos="50000">
                <a:schemeClr val="accent6">
                  <a:shade val="84000"/>
                  <a:satMod val="110000"/>
                  <a:lumMod val="100000"/>
                  <a:shade val="100000"/>
                </a:schemeClr>
              </a:gs>
              <a:gs pos="100000">
                <a:schemeClr val="accent6">
                  <a:shade val="84000"/>
                  <a:lumMod val="99000"/>
                  <a:satMod val="120000"/>
                  <a:shade val="78000"/>
                </a:schemeClr>
              </a:gs>
            </a:gsLst>
            <a:lin ang="5400000" scaled="0"/>
          </a:gradFill>
          <a:ln>
            <a:noFill/>
          </a:ln>
          <a:effectLst/>
        </c:spPr>
      </c:pivotFmt>
      <c:pivotFmt>
        <c:idx val="339"/>
        <c:spPr>
          <a:gradFill rotWithShape="1">
            <a:gsLst>
              <a:gs pos="0">
                <a:schemeClr val="accent6">
                  <a:shade val="85000"/>
                  <a:satMod val="103000"/>
                  <a:lumMod val="102000"/>
                  <a:tint val="94000"/>
                </a:schemeClr>
              </a:gs>
              <a:gs pos="50000">
                <a:schemeClr val="accent6">
                  <a:shade val="85000"/>
                  <a:satMod val="110000"/>
                  <a:lumMod val="100000"/>
                  <a:shade val="100000"/>
                </a:schemeClr>
              </a:gs>
              <a:gs pos="100000">
                <a:schemeClr val="accent6">
                  <a:shade val="85000"/>
                  <a:lumMod val="99000"/>
                  <a:satMod val="120000"/>
                  <a:shade val="78000"/>
                </a:schemeClr>
              </a:gs>
            </a:gsLst>
            <a:lin ang="5400000" scaled="0"/>
          </a:gradFill>
          <a:ln>
            <a:noFill/>
          </a:ln>
          <a:effectLst/>
        </c:spPr>
      </c:pivotFmt>
      <c:pivotFmt>
        <c:idx val="340"/>
        <c:spPr>
          <a:gradFill rotWithShape="1">
            <a:gsLst>
              <a:gs pos="0">
                <a:schemeClr val="accent6">
                  <a:shade val="86000"/>
                  <a:satMod val="103000"/>
                  <a:lumMod val="102000"/>
                  <a:tint val="94000"/>
                </a:schemeClr>
              </a:gs>
              <a:gs pos="50000">
                <a:schemeClr val="accent6">
                  <a:shade val="86000"/>
                  <a:satMod val="110000"/>
                  <a:lumMod val="100000"/>
                  <a:shade val="100000"/>
                </a:schemeClr>
              </a:gs>
              <a:gs pos="100000">
                <a:schemeClr val="accent6">
                  <a:shade val="86000"/>
                  <a:lumMod val="99000"/>
                  <a:satMod val="120000"/>
                  <a:shade val="78000"/>
                </a:schemeClr>
              </a:gs>
            </a:gsLst>
            <a:lin ang="5400000" scaled="0"/>
          </a:gradFill>
          <a:ln>
            <a:noFill/>
          </a:ln>
          <a:effectLst/>
        </c:spPr>
      </c:pivotFmt>
      <c:pivotFmt>
        <c:idx val="341"/>
        <c:spPr>
          <a:gradFill rotWithShape="1">
            <a:gsLst>
              <a:gs pos="0">
                <a:schemeClr val="accent6">
                  <a:shade val="87000"/>
                  <a:satMod val="103000"/>
                  <a:lumMod val="102000"/>
                  <a:tint val="94000"/>
                </a:schemeClr>
              </a:gs>
              <a:gs pos="50000">
                <a:schemeClr val="accent6">
                  <a:shade val="87000"/>
                  <a:satMod val="110000"/>
                  <a:lumMod val="100000"/>
                  <a:shade val="100000"/>
                </a:schemeClr>
              </a:gs>
              <a:gs pos="100000">
                <a:schemeClr val="accent6">
                  <a:shade val="87000"/>
                  <a:lumMod val="99000"/>
                  <a:satMod val="120000"/>
                  <a:shade val="78000"/>
                </a:schemeClr>
              </a:gs>
            </a:gsLst>
            <a:lin ang="5400000" scaled="0"/>
          </a:gradFill>
          <a:ln>
            <a:noFill/>
          </a:ln>
          <a:effectLst/>
        </c:spPr>
      </c:pivotFmt>
      <c:pivotFmt>
        <c:idx val="342"/>
        <c:spPr>
          <a:gradFill rotWithShape="1">
            <a:gsLst>
              <a:gs pos="0">
                <a:schemeClr val="accent6">
                  <a:shade val="88000"/>
                  <a:satMod val="103000"/>
                  <a:lumMod val="102000"/>
                  <a:tint val="94000"/>
                </a:schemeClr>
              </a:gs>
              <a:gs pos="50000">
                <a:schemeClr val="accent6">
                  <a:shade val="88000"/>
                  <a:satMod val="110000"/>
                  <a:lumMod val="100000"/>
                  <a:shade val="100000"/>
                </a:schemeClr>
              </a:gs>
              <a:gs pos="100000">
                <a:schemeClr val="accent6">
                  <a:shade val="88000"/>
                  <a:lumMod val="99000"/>
                  <a:satMod val="120000"/>
                  <a:shade val="78000"/>
                </a:schemeClr>
              </a:gs>
            </a:gsLst>
            <a:lin ang="5400000" scaled="0"/>
          </a:gradFill>
          <a:ln>
            <a:noFill/>
          </a:ln>
          <a:effectLst/>
        </c:spPr>
      </c:pivotFmt>
      <c:pivotFmt>
        <c:idx val="343"/>
        <c:spPr>
          <a:gradFill rotWithShape="1">
            <a:gsLst>
              <a:gs pos="0">
                <a:schemeClr val="accent6">
                  <a:shade val="89000"/>
                  <a:satMod val="103000"/>
                  <a:lumMod val="102000"/>
                  <a:tint val="94000"/>
                </a:schemeClr>
              </a:gs>
              <a:gs pos="50000">
                <a:schemeClr val="accent6">
                  <a:shade val="89000"/>
                  <a:satMod val="110000"/>
                  <a:lumMod val="100000"/>
                  <a:shade val="100000"/>
                </a:schemeClr>
              </a:gs>
              <a:gs pos="100000">
                <a:schemeClr val="accent6">
                  <a:shade val="89000"/>
                  <a:lumMod val="99000"/>
                  <a:satMod val="120000"/>
                  <a:shade val="78000"/>
                </a:schemeClr>
              </a:gs>
            </a:gsLst>
            <a:lin ang="5400000" scaled="0"/>
          </a:gradFill>
          <a:ln>
            <a:noFill/>
          </a:ln>
          <a:effectLst/>
        </c:spPr>
      </c:pivotFmt>
      <c:pivotFmt>
        <c:idx val="344"/>
        <c:spPr>
          <a:gradFill rotWithShape="1">
            <a:gsLst>
              <a:gs pos="0">
                <a:schemeClr val="accent6">
                  <a:shade val="90000"/>
                  <a:satMod val="103000"/>
                  <a:lumMod val="102000"/>
                  <a:tint val="94000"/>
                </a:schemeClr>
              </a:gs>
              <a:gs pos="50000">
                <a:schemeClr val="accent6">
                  <a:shade val="90000"/>
                  <a:satMod val="110000"/>
                  <a:lumMod val="100000"/>
                  <a:shade val="100000"/>
                </a:schemeClr>
              </a:gs>
              <a:gs pos="100000">
                <a:schemeClr val="accent6">
                  <a:shade val="90000"/>
                  <a:lumMod val="99000"/>
                  <a:satMod val="120000"/>
                  <a:shade val="78000"/>
                </a:schemeClr>
              </a:gs>
            </a:gsLst>
            <a:lin ang="5400000" scaled="0"/>
          </a:gradFill>
          <a:ln>
            <a:noFill/>
          </a:ln>
          <a:effectLst/>
        </c:spPr>
      </c:pivotFmt>
      <c:pivotFmt>
        <c:idx val="345"/>
        <c:spPr>
          <a:gradFill rotWithShape="1">
            <a:gsLst>
              <a:gs pos="0">
                <a:schemeClr val="accent6">
                  <a:shade val="91000"/>
                  <a:satMod val="103000"/>
                  <a:lumMod val="102000"/>
                  <a:tint val="94000"/>
                </a:schemeClr>
              </a:gs>
              <a:gs pos="50000">
                <a:schemeClr val="accent6">
                  <a:shade val="91000"/>
                  <a:satMod val="110000"/>
                  <a:lumMod val="100000"/>
                  <a:shade val="100000"/>
                </a:schemeClr>
              </a:gs>
              <a:gs pos="100000">
                <a:schemeClr val="accent6">
                  <a:shade val="91000"/>
                  <a:lumMod val="99000"/>
                  <a:satMod val="120000"/>
                  <a:shade val="78000"/>
                </a:schemeClr>
              </a:gs>
            </a:gsLst>
            <a:lin ang="5400000" scaled="0"/>
          </a:gradFill>
          <a:ln>
            <a:noFill/>
          </a:ln>
          <a:effectLst/>
        </c:spPr>
      </c:pivotFmt>
      <c:pivotFmt>
        <c:idx val="346"/>
        <c:spPr>
          <a:gradFill rotWithShape="1">
            <a:gsLst>
              <a:gs pos="0">
                <a:schemeClr val="accent6">
                  <a:shade val="92000"/>
                  <a:satMod val="103000"/>
                  <a:lumMod val="102000"/>
                  <a:tint val="94000"/>
                </a:schemeClr>
              </a:gs>
              <a:gs pos="50000">
                <a:schemeClr val="accent6">
                  <a:shade val="92000"/>
                  <a:satMod val="110000"/>
                  <a:lumMod val="100000"/>
                  <a:shade val="100000"/>
                </a:schemeClr>
              </a:gs>
              <a:gs pos="100000">
                <a:schemeClr val="accent6">
                  <a:shade val="92000"/>
                  <a:lumMod val="99000"/>
                  <a:satMod val="120000"/>
                  <a:shade val="78000"/>
                </a:schemeClr>
              </a:gs>
            </a:gsLst>
            <a:lin ang="5400000" scaled="0"/>
          </a:gradFill>
          <a:ln>
            <a:noFill/>
          </a:ln>
          <a:effectLst/>
        </c:spPr>
      </c:pivotFmt>
      <c:pivotFmt>
        <c:idx val="347"/>
        <c:spPr>
          <a:gradFill rotWithShape="1">
            <a:gsLst>
              <a:gs pos="0">
                <a:schemeClr val="accent6">
                  <a:shade val="93000"/>
                  <a:satMod val="103000"/>
                  <a:lumMod val="102000"/>
                  <a:tint val="94000"/>
                </a:schemeClr>
              </a:gs>
              <a:gs pos="50000">
                <a:schemeClr val="accent6">
                  <a:shade val="93000"/>
                  <a:satMod val="110000"/>
                  <a:lumMod val="100000"/>
                  <a:shade val="100000"/>
                </a:schemeClr>
              </a:gs>
              <a:gs pos="100000">
                <a:schemeClr val="accent6">
                  <a:shade val="93000"/>
                  <a:lumMod val="99000"/>
                  <a:satMod val="120000"/>
                  <a:shade val="78000"/>
                </a:schemeClr>
              </a:gs>
            </a:gsLst>
            <a:lin ang="5400000" scaled="0"/>
          </a:gradFill>
          <a:ln>
            <a:noFill/>
          </a:ln>
          <a:effectLst/>
        </c:spPr>
      </c:pivotFmt>
      <c:pivotFmt>
        <c:idx val="348"/>
        <c:spPr>
          <a:gradFill rotWithShape="1">
            <a:gsLst>
              <a:gs pos="0">
                <a:schemeClr val="accent6">
                  <a:shade val="94000"/>
                  <a:satMod val="103000"/>
                  <a:lumMod val="102000"/>
                  <a:tint val="94000"/>
                </a:schemeClr>
              </a:gs>
              <a:gs pos="50000">
                <a:schemeClr val="accent6">
                  <a:shade val="94000"/>
                  <a:satMod val="110000"/>
                  <a:lumMod val="100000"/>
                  <a:shade val="100000"/>
                </a:schemeClr>
              </a:gs>
              <a:gs pos="100000">
                <a:schemeClr val="accent6">
                  <a:shade val="94000"/>
                  <a:lumMod val="99000"/>
                  <a:satMod val="120000"/>
                  <a:shade val="78000"/>
                </a:schemeClr>
              </a:gs>
            </a:gsLst>
            <a:lin ang="5400000" scaled="0"/>
          </a:gradFill>
          <a:ln>
            <a:noFill/>
          </a:ln>
          <a:effectLst/>
        </c:spPr>
      </c:pivotFmt>
      <c:pivotFmt>
        <c:idx val="349"/>
        <c:spPr>
          <a:gradFill rotWithShape="1">
            <a:gsLst>
              <a:gs pos="0">
                <a:schemeClr val="accent6">
                  <a:shade val="95000"/>
                  <a:satMod val="103000"/>
                  <a:lumMod val="102000"/>
                  <a:tint val="94000"/>
                </a:schemeClr>
              </a:gs>
              <a:gs pos="50000">
                <a:schemeClr val="accent6">
                  <a:shade val="95000"/>
                  <a:satMod val="110000"/>
                  <a:lumMod val="100000"/>
                  <a:shade val="100000"/>
                </a:schemeClr>
              </a:gs>
              <a:gs pos="100000">
                <a:schemeClr val="accent6">
                  <a:shade val="95000"/>
                  <a:lumMod val="99000"/>
                  <a:satMod val="120000"/>
                  <a:shade val="78000"/>
                </a:schemeClr>
              </a:gs>
            </a:gsLst>
            <a:lin ang="5400000" scaled="0"/>
          </a:gradFill>
          <a:ln>
            <a:noFill/>
          </a:ln>
          <a:effectLst/>
        </c:spPr>
      </c:pivotFmt>
      <c:pivotFmt>
        <c:idx val="350"/>
        <c:spPr>
          <a:gradFill rotWithShape="1">
            <a:gsLst>
              <a:gs pos="0">
                <a:schemeClr val="accent6">
                  <a:shade val="96000"/>
                  <a:satMod val="103000"/>
                  <a:lumMod val="102000"/>
                  <a:tint val="94000"/>
                </a:schemeClr>
              </a:gs>
              <a:gs pos="50000">
                <a:schemeClr val="accent6">
                  <a:shade val="96000"/>
                  <a:satMod val="110000"/>
                  <a:lumMod val="100000"/>
                  <a:shade val="100000"/>
                </a:schemeClr>
              </a:gs>
              <a:gs pos="100000">
                <a:schemeClr val="accent6">
                  <a:shade val="96000"/>
                  <a:lumMod val="99000"/>
                  <a:satMod val="120000"/>
                  <a:shade val="78000"/>
                </a:schemeClr>
              </a:gs>
            </a:gsLst>
            <a:lin ang="5400000" scaled="0"/>
          </a:gradFill>
          <a:ln>
            <a:noFill/>
          </a:ln>
          <a:effectLst/>
        </c:spPr>
      </c:pivotFmt>
      <c:pivotFmt>
        <c:idx val="351"/>
        <c:spPr>
          <a:gradFill rotWithShape="1">
            <a:gsLst>
              <a:gs pos="0">
                <a:schemeClr val="accent6">
                  <a:shade val="97000"/>
                  <a:satMod val="103000"/>
                  <a:lumMod val="102000"/>
                  <a:tint val="94000"/>
                </a:schemeClr>
              </a:gs>
              <a:gs pos="50000">
                <a:schemeClr val="accent6">
                  <a:shade val="97000"/>
                  <a:satMod val="110000"/>
                  <a:lumMod val="100000"/>
                  <a:shade val="100000"/>
                </a:schemeClr>
              </a:gs>
              <a:gs pos="100000">
                <a:schemeClr val="accent6">
                  <a:shade val="97000"/>
                  <a:lumMod val="99000"/>
                  <a:satMod val="120000"/>
                  <a:shade val="78000"/>
                </a:schemeClr>
              </a:gs>
            </a:gsLst>
            <a:lin ang="5400000" scaled="0"/>
          </a:gradFill>
          <a:ln>
            <a:noFill/>
          </a:ln>
          <a:effectLst/>
        </c:spPr>
      </c:pivotFmt>
      <c:pivotFmt>
        <c:idx val="352"/>
        <c:spPr>
          <a:gradFill rotWithShape="1">
            <a:gsLst>
              <a:gs pos="0">
                <a:schemeClr val="accent6">
                  <a:shade val="98000"/>
                  <a:satMod val="103000"/>
                  <a:lumMod val="102000"/>
                  <a:tint val="94000"/>
                </a:schemeClr>
              </a:gs>
              <a:gs pos="50000">
                <a:schemeClr val="accent6">
                  <a:shade val="98000"/>
                  <a:satMod val="110000"/>
                  <a:lumMod val="100000"/>
                  <a:shade val="100000"/>
                </a:schemeClr>
              </a:gs>
              <a:gs pos="100000">
                <a:schemeClr val="accent6">
                  <a:shade val="98000"/>
                  <a:lumMod val="99000"/>
                  <a:satMod val="120000"/>
                  <a:shade val="78000"/>
                </a:schemeClr>
              </a:gs>
            </a:gsLst>
            <a:lin ang="5400000" scaled="0"/>
          </a:gradFill>
          <a:ln>
            <a:noFill/>
          </a:ln>
          <a:effectLst/>
        </c:spPr>
      </c:pivotFmt>
      <c:pivotFmt>
        <c:idx val="353"/>
        <c:spPr>
          <a:gradFill rotWithShape="1">
            <a:gsLst>
              <a:gs pos="0">
                <a:schemeClr val="accent6">
                  <a:shade val="99000"/>
                  <a:satMod val="103000"/>
                  <a:lumMod val="102000"/>
                  <a:tint val="94000"/>
                </a:schemeClr>
              </a:gs>
              <a:gs pos="50000">
                <a:schemeClr val="accent6">
                  <a:shade val="99000"/>
                  <a:satMod val="110000"/>
                  <a:lumMod val="100000"/>
                  <a:shade val="100000"/>
                </a:schemeClr>
              </a:gs>
              <a:gs pos="100000">
                <a:schemeClr val="accent6">
                  <a:shade val="99000"/>
                  <a:lumMod val="99000"/>
                  <a:satMod val="120000"/>
                  <a:shade val="78000"/>
                </a:schemeClr>
              </a:gs>
            </a:gsLst>
            <a:lin ang="5400000" scaled="0"/>
          </a:gradFill>
          <a:ln>
            <a:noFill/>
          </a:ln>
          <a:effectLst/>
        </c:spPr>
      </c:pivotFmt>
      <c:pivotFmt>
        <c:idx val="354"/>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pivotFmt>
      <c:pivotFmt>
        <c:idx val="355"/>
        <c:spPr>
          <a:gradFill rotWithShape="1">
            <a:gsLst>
              <a:gs pos="0">
                <a:schemeClr val="accent6">
                  <a:tint val="99000"/>
                  <a:satMod val="103000"/>
                  <a:lumMod val="102000"/>
                  <a:tint val="94000"/>
                </a:schemeClr>
              </a:gs>
              <a:gs pos="50000">
                <a:schemeClr val="accent6">
                  <a:tint val="99000"/>
                  <a:satMod val="110000"/>
                  <a:lumMod val="100000"/>
                  <a:shade val="100000"/>
                </a:schemeClr>
              </a:gs>
              <a:gs pos="100000">
                <a:schemeClr val="accent6">
                  <a:tint val="99000"/>
                  <a:lumMod val="99000"/>
                  <a:satMod val="120000"/>
                  <a:shade val="78000"/>
                </a:schemeClr>
              </a:gs>
            </a:gsLst>
            <a:lin ang="5400000" scaled="0"/>
          </a:gradFill>
          <a:ln>
            <a:noFill/>
          </a:ln>
          <a:effectLst/>
        </c:spPr>
      </c:pivotFmt>
      <c:pivotFmt>
        <c:idx val="356"/>
        <c:spPr>
          <a:gradFill rotWithShape="1">
            <a:gsLst>
              <a:gs pos="0">
                <a:schemeClr val="accent6">
                  <a:tint val="98000"/>
                  <a:satMod val="103000"/>
                  <a:lumMod val="102000"/>
                  <a:tint val="94000"/>
                </a:schemeClr>
              </a:gs>
              <a:gs pos="50000">
                <a:schemeClr val="accent6">
                  <a:tint val="98000"/>
                  <a:satMod val="110000"/>
                  <a:lumMod val="100000"/>
                  <a:shade val="100000"/>
                </a:schemeClr>
              </a:gs>
              <a:gs pos="100000">
                <a:schemeClr val="accent6">
                  <a:tint val="98000"/>
                  <a:lumMod val="99000"/>
                  <a:satMod val="120000"/>
                  <a:shade val="78000"/>
                </a:schemeClr>
              </a:gs>
            </a:gsLst>
            <a:lin ang="5400000" scaled="0"/>
          </a:gradFill>
          <a:ln>
            <a:noFill/>
          </a:ln>
          <a:effectLst/>
        </c:spPr>
      </c:pivotFmt>
      <c:pivotFmt>
        <c:idx val="357"/>
        <c:spPr>
          <a:gradFill rotWithShape="1">
            <a:gsLst>
              <a:gs pos="0">
                <a:schemeClr val="accent6">
                  <a:tint val="97000"/>
                  <a:satMod val="103000"/>
                  <a:lumMod val="102000"/>
                  <a:tint val="94000"/>
                </a:schemeClr>
              </a:gs>
              <a:gs pos="50000">
                <a:schemeClr val="accent6">
                  <a:tint val="97000"/>
                  <a:satMod val="110000"/>
                  <a:lumMod val="100000"/>
                  <a:shade val="100000"/>
                </a:schemeClr>
              </a:gs>
              <a:gs pos="100000">
                <a:schemeClr val="accent6">
                  <a:tint val="97000"/>
                  <a:lumMod val="99000"/>
                  <a:satMod val="120000"/>
                  <a:shade val="78000"/>
                </a:schemeClr>
              </a:gs>
            </a:gsLst>
            <a:lin ang="5400000" scaled="0"/>
          </a:gradFill>
          <a:ln>
            <a:noFill/>
          </a:ln>
          <a:effectLst/>
        </c:spPr>
      </c:pivotFmt>
      <c:pivotFmt>
        <c:idx val="358"/>
        <c:spPr>
          <a:gradFill rotWithShape="1">
            <a:gsLst>
              <a:gs pos="0">
                <a:schemeClr val="accent6">
                  <a:tint val="96000"/>
                  <a:satMod val="103000"/>
                  <a:lumMod val="102000"/>
                  <a:tint val="94000"/>
                </a:schemeClr>
              </a:gs>
              <a:gs pos="50000">
                <a:schemeClr val="accent6">
                  <a:tint val="96000"/>
                  <a:satMod val="110000"/>
                  <a:lumMod val="100000"/>
                  <a:shade val="100000"/>
                </a:schemeClr>
              </a:gs>
              <a:gs pos="100000">
                <a:schemeClr val="accent6">
                  <a:tint val="96000"/>
                  <a:lumMod val="99000"/>
                  <a:satMod val="120000"/>
                  <a:shade val="78000"/>
                </a:schemeClr>
              </a:gs>
            </a:gsLst>
            <a:lin ang="5400000" scaled="0"/>
          </a:gradFill>
          <a:ln>
            <a:noFill/>
          </a:ln>
          <a:effectLst/>
        </c:spPr>
      </c:pivotFmt>
      <c:pivotFmt>
        <c:idx val="359"/>
        <c:spPr>
          <a:gradFill rotWithShape="1">
            <a:gsLst>
              <a:gs pos="0">
                <a:schemeClr val="accent6">
                  <a:tint val="95000"/>
                  <a:satMod val="103000"/>
                  <a:lumMod val="102000"/>
                  <a:tint val="94000"/>
                </a:schemeClr>
              </a:gs>
              <a:gs pos="50000">
                <a:schemeClr val="accent6">
                  <a:tint val="95000"/>
                  <a:satMod val="110000"/>
                  <a:lumMod val="100000"/>
                  <a:shade val="100000"/>
                </a:schemeClr>
              </a:gs>
              <a:gs pos="100000">
                <a:schemeClr val="accent6">
                  <a:tint val="95000"/>
                  <a:lumMod val="99000"/>
                  <a:satMod val="120000"/>
                  <a:shade val="78000"/>
                </a:schemeClr>
              </a:gs>
            </a:gsLst>
            <a:lin ang="5400000" scaled="0"/>
          </a:gradFill>
          <a:ln>
            <a:noFill/>
          </a:ln>
          <a:effectLst/>
        </c:spPr>
      </c:pivotFmt>
      <c:pivotFmt>
        <c:idx val="360"/>
        <c:spPr>
          <a:gradFill rotWithShape="1">
            <a:gsLst>
              <a:gs pos="0">
                <a:schemeClr val="accent6">
                  <a:tint val="94000"/>
                  <a:satMod val="103000"/>
                  <a:lumMod val="102000"/>
                  <a:tint val="94000"/>
                </a:schemeClr>
              </a:gs>
              <a:gs pos="50000">
                <a:schemeClr val="accent6">
                  <a:tint val="94000"/>
                  <a:satMod val="110000"/>
                  <a:lumMod val="100000"/>
                  <a:shade val="100000"/>
                </a:schemeClr>
              </a:gs>
              <a:gs pos="100000">
                <a:schemeClr val="accent6">
                  <a:tint val="94000"/>
                  <a:lumMod val="99000"/>
                  <a:satMod val="120000"/>
                  <a:shade val="78000"/>
                </a:schemeClr>
              </a:gs>
            </a:gsLst>
            <a:lin ang="5400000" scaled="0"/>
          </a:gradFill>
          <a:ln>
            <a:noFill/>
          </a:ln>
          <a:effectLst/>
        </c:spPr>
      </c:pivotFmt>
      <c:pivotFmt>
        <c:idx val="361"/>
        <c:spPr>
          <a:gradFill rotWithShape="1">
            <a:gsLst>
              <a:gs pos="0">
                <a:schemeClr val="accent6">
                  <a:tint val="93000"/>
                  <a:satMod val="103000"/>
                  <a:lumMod val="102000"/>
                  <a:tint val="94000"/>
                </a:schemeClr>
              </a:gs>
              <a:gs pos="50000">
                <a:schemeClr val="accent6">
                  <a:tint val="93000"/>
                  <a:satMod val="110000"/>
                  <a:lumMod val="100000"/>
                  <a:shade val="100000"/>
                </a:schemeClr>
              </a:gs>
              <a:gs pos="100000">
                <a:schemeClr val="accent6">
                  <a:tint val="93000"/>
                  <a:lumMod val="99000"/>
                  <a:satMod val="120000"/>
                  <a:shade val="78000"/>
                </a:schemeClr>
              </a:gs>
            </a:gsLst>
            <a:lin ang="5400000" scaled="0"/>
          </a:gradFill>
          <a:ln>
            <a:noFill/>
          </a:ln>
          <a:effectLst/>
        </c:spPr>
      </c:pivotFmt>
      <c:pivotFmt>
        <c:idx val="362"/>
        <c:spPr>
          <a:gradFill rotWithShape="1">
            <a:gsLst>
              <a:gs pos="0">
                <a:schemeClr val="accent6">
                  <a:tint val="92000"/>
                  <a:satMod val="103000"/>
                  <a:lumMod val="102000"/>
                  <a:tint val="94000"/>
                </a:schemeClr>
              </a:gs>
              <a:gs pos="50000">
                <a:schemeClr val="accent6">
                  <a:tint val="92000"/>
                  <a:satMod val="110000"/>
                  <a:lumMod val="100000"/>
                  <a:shade val="100000"/>
                </a:schemeClr>
              </a:gs>
              <a:gs pos="100000">
                <a:schemeClr val="accent6">
                  <a:tint val="92000"/>
                  <a:lumMod val="99000"/>
                  <a:satMod val="120000"/>
                  <a:shade val="78000"/>
                </a:schemeClr>
              </a:gs>
            </a:gsLst>
            <a:lin ang="5400000" scaled="0"/>
          </a:gradFill>
          <a:ln>
            <a:noFill/>
          </a:ln>
          <a:effectLst/>
        </c:spPr>
      </c:pivotFmt>
      <c:pivotFmt>
        <c:idx val="363"/>
        <c:spPr>
          <a:gradFill rotWithShape="1">
            <a:gsLst>
              <a:gs pos="0">
                <a:schemeClr val="accent6">
                  <a:tint val="91000"/>
                  <a:satMod val="103000"/>
                  <a:lumMod val="102000"/>
                  <a:tint val="94000"/>
                </a:schemeClr>
              </a:gs>
              <a:gs pos="50000">
                <a:schemeClr val="accent6">
                  <a:tint val="91000"/>
                  <a:satMod val="110000"/>
                  <a:lumMod val="100000"/>
                  <a:shade val="100000"/>
                </a:schemeClr>
              </a:gs>
              <a:gs pos="100000">
                <a:schemeClr val="accent6">
                  <a:tint val="91000"/>
                  <a:lumMod val="99000"/>
                  <a:satMod val="120000"/>
                  <a:shade val="78000"/>
                </a:schemeClr>
              </a:gs>
            </a:gsLst>
            <a:lin ang="5400000" scaled="0"/>
          </a:gradFill>
          <a:ln>
            <a:noFill/>
          </a:ln>
          <a:effectLst/>
        </c:spPr>
      </c:pivotFmt>
      <c:pivotFmt>
        <c:idx val="364"/>
        <c:spPr>
          <a:gradFill rotWithShape="1">
            <a:gsLst>
              <a:gs pos="0">
                <a:schemeClr val="accent6">
                  <a:tint val="90000"/>
                  <a:satMod val="103000"/>
                  <a:lumMod val="102000"/>
                  <a:tint val="94000"/>
                </a:schemeClr>
              </a:gs>
              <a:gs pos="50000">
                <a:schemeClr val="accent6">
                  <a:tint val="90000"/>
                  <a:satMod val="110000"/>
                  <a:lumMod val="100000"/>
                  <a:shade val="100000"/>
                </a:schemeClr>
              </a:gs>
              <a:gs pos="100000">
                <a:schemeClr val="accent6">
                  <a:tint val="90000"/>
                  <a:lumMod val="99000"/>
                  <a:satMod val="120000"/>
                  <a:shade val="78000"/>
                </a:schemeClr>
              </a:gs>
            </a:gsLst>
            <a:lin ang="5400000" scaled="0"/>
          </a:gradFill>
          <a:ln>
            <a:noFill/>
          </a:ln>
          <a:effectLst/>
        </c:spPr>
      </c:pivotFmt>
      <c:pivotFmt>
        <c:idx val="365"/>
        <c:spPr>
          <a:gradFill rotWithShape="1">
            <a:gsLst>
              <a:gs pos="0">
                <a:schemeClr val="accent6">
                  <a:tint val="89000"/>
                  <a:satMod val="103000"/>
                  <a:lumMod val="102000"/>
                  <a:tint val="94000"/>
                </a:schemeClr>
              </a:gs>
              <a:gs pos="50000">
                <a:schemeClr val="accent6">
                  <a:tint val="89000"/>
                  <a:satMod val="110000"/>
                  <a:lumMod val="100000"/>
                  <a:shade val="100000"/>
                </a:schemeClr>
              </a:gs>
              <a:gs pos="100000">
                <a:schemeClr val="accent6">
                  <a:tint val="89000"/>
                  <a:lumMod val="99000"/>
                  <a:satMod val="120000"/>
                  <a:shade val="78000"/>
                </a:schemeClr>
              </a:gs>
            </a:gsLst>
            <a:lin ang="5400000" scaled="0"/>
          </a:gradFill>
          <a:ln>
            <a:noFill/>
          </a:ln>
          <a:effectLst/>
        </c:spPr>
      </c:pivotFmt>
      <c:pivotFmt>
        <c:idx val="366"/>
        <c:spPr>
          <a:gradFill rotWithShape="1">
            <a:gsLst>
              <a:gs pos="0">
                <a:schemeClr val="accent6">
                  <a:tint val="88000"/>
                  <a:satMod val="103000"/>
                  <a:lumMod val="102000"/>
                  <a:tint val="94000"/>
                </a:schemeClr>
              </a:gs>
              <a:gs pos="50000">
                <a:schemeClr val="accent6">
                  <a:tint val="88000"/>
                  <a:satMod val="110000"/>
                  <a:lumMod val="100000"/>
                  <a:shade val="100000"/>
                </a:schemeClr>
              </a:gs>
              <a:gs pos="100000">
                <a:schemeClr val="accent6">
                  <a:tint val="88000"/>
                  <a:lumMod val="99000"/>
                  <a:satMod val="120000"/>
                  <a:shade val="78000"/>
                </a:schemeClr>
              </a:gs>
            </a:gsLst>
            <a:lin ang="5400000" scaled="0"/>
          </a:gradFill>
          <a:ln>
            <a:noFill/>
          </a:ln>
          <a:effectLst/>
        </c:spPr>
      </c:pivotFmt>
      <c:pivotFmt>
        <c:idx val="367"/>
        <c:spPr>
          <a:gradFill rotWithShape="1">
            <a:gsLst>
              <a:gs pos="0">
                <a:schemeClr val="accent6">
                  <a:tint val="87000"/>
                  <a:satMod val="103000"/>
                  <a:lumMod val="102000"/>
                  <a:tint val="94000"/>
                </a:schemeClr>
              </a:gs>
              <a:gs pos="50000">
                <a:schemeClr val="accent6">
                  <a:tint val="87000"/>
                  <a:satMod val="110000"/>
                  <a:lumMod val="100000"/>
                  <a:shade val="100000"/>
                </a:schemeClr>
              </a:gs>
              <a:gs pos="100000">
                <a:schemeClr val="accent6">
                  <a:tint val="87000"/>
                  <a:lumMod val="99000"/>
                  <a:satMod val="120000"/>
                  <a:shade val="78000"/>
                </a:schemeClr>
              </a:gs>
            </a:gsLst>
            <a:lin ang="5400000" scaled="0"/>
          </a:gradFill>
          <a:ln>
            <a:noFill/>
          </a:ln>
          <a:effectLst/>
        </c:spPr>
      </c:pivotFmt>
      <c:pivotFmt>
        <c:idx val="368"/>
        <c:spPr>
          <a:gradFill rotWithShape="1">
            <a:gsLst>
              <a:gs pos="0">
                <a:schemeClr val="accent6">
                  <a:tint val="86000"/>
                  <a:satMod val="103000"/>
                  <a:lumMod val="102000"/>
                  <a:tint val="94000"/>
                </a:schemeClr>
              </a:gs>
              <a:gs pos="50000">
                <a:schemeClr val="accent6">
                  <a:tint val="86000"/>
                  <a:satMod val="110000"/>
                  <a:lumMod val="100000"/>
                  <a:shade val="100000"/>
                </a:schemeClr>
              </a:gs>
              <a:gs pos="100000">
                <a:schemeClr val="accent6">
                  <a:tint val="86000"/>
                  <a:lumMod val="99000"/>
                  <a:satMod val="120000"/>
                  <a:shade val="78000"/>
                </a:schemeClr>
              </a:gs>
            </a:gsLst>
            <a:lin ang="5400000" scaled="0"/>
          </a:gradFill>
          <a:ln>
            <a:noFill/>
          </a:ln>
          <a:effectLst/>
        </c:spPr>
      </c:pivotFmt>
      <c:pivotFmt>
        <c:idx val="369"/>
        <c:spPr>
          <a:gradFill rotWithShape="1">
            <a:gsLst>
              <a:gs pos="0">
                <a:schemeClr val="accent6">
                  <a:tint val="85000"/>
                  <a:satMod val="103000"/>
                  <a:lumMod val="102000"/>
                  <a:tint val="94000"/>
                </a:schemeClr>
              </a:gs>
              <a:gs pos="50000">
                <a:schemeClr val="accent6">
                  <a:tint val="85000"/>
                  <a:satMod val="110000"/>
                  <a:lumMod val="100000"/>
                  <a:shade val="100000"/>
                </a:schemeClr>
              </a:gs>
              <a:gs pos="100000">
                <a:schemeClr val="accent6">
                  <a:tint val="85000"/>
                  <a:lumMod val="99000"/>
                  <a:satMod val="120000"/>
                  <a:shade val="78000"/>
                </a:schemeClr>
              </a:gs>
            </a:gsLst>
            <a:lin ang="5400000" scaled="0"/>
          </a:gradFill>
          <a:ln>
            <a:noFill/>
          </a:ln>
          <a:effectLst/>
        </c:spPr>
      </c:pivotFmt>
      <c:pivotFmt>
        <c:idx val="370"/>
        <c:spPr>
          <a:gradFill rotWithShape="1">
            <a:gsLst>
              <a:gs pos="0">
                <a:schemeClr val="accent6">
                  <a:tint val="84000"/>
                  <a:satMod val="103000"/>
                  <a:lumMod val="102000"/>
                  <a:tint val="94000"/>
                </a:schemeClr>
              </a:gs>
              <a:gs pos="50000">
                <a:schemeClr val="accent6">
                  <a:tint val="84000"/>
                  <a:satMod val="110000"/>
                  <a:lumMod val="100000"/>
                  <a:shade val="100000"/>
                </a:schemeClr>
              </a:gs>
              <a:gs pos="100000">
                <a:schemeClr val="accent6">
                  <a:tint val="84000"/>
                  <a:lumMod val="99000"/>
                  <a:satMod val="120000"/>
                  <a:shade val="78000"/>
                </a:schemeClr>
              </a:gs>
            </a:gsLst>
            <a:lin ang="5400000" scaled="0"/>
          </a:gradFill>
          <a:ln>
            <a:noFill/>
          </a:ln>
          <a:effectLst/>
        </c:spPr>
      </c:pivotFmt>
      <c:pivotFmt>
        <c:idx val="371"/>
        <c:spPr>
          <a:gradFill rotWithShape="1">
            <a:gsLst>
              <a:gs pos="0">
                <a:schemeClr val="accent6">
                  <a:tint val="83000"/>
                  <a:satMod val="103000"/>
                  <a:lumMod val="102000"/>
                  <a:tint val="94000"/>
                </a:schemeClr>
              </a:gs>
              <a:gs pos="50000">
                <a:schemeClr val="accent6">
                  <a:tint val="83000"/>
                  <a:satMod val="110000"/>
                  <a:lumMod val="100000"/>
                  <a:shade val="100000"/>
                </a:schemeClr>
              </a:gs>
              <a:gs pos="100000">
                <a:schemeClr val="accent6">
                  <a:tint val="83000"/>
                  <a:lumMod val="99000"/>
                  <a:satMod val="120000"/>
                  <a:shade val="78000"/>
                </a:schemeClr>
              </a:gs>
            </a:gsLst>
            <a:lin ang="5400000" scaled="0"/>
          </a:gradFill>
          <a:ln>
            <a:noFill/>
          </a:ln>
          <a:effectLst/>
        </c:spPr>
      </c:pivotFmt>
      <c:pivotFmt>
        <c:idx val="372"/>
        <c:spPr>
          <a:gradFill rotWithShape="1">
            <a:gsLst>
              <a:gs pos="0">
                <a:schemeClr val="accent6">
                  <a:tint val="82000"/>
                  <a:satMod val="103000"/>
                  <a:lumMod val="102000"/>
                  <a:tint val="94000"/>
                </a:schemeClr>
              </a:gs>
              <a:gs pos="50000">
                <a:schemeClr val="accent6">
                  <a:tint val="82000"/>
                  <a:satMod val="110000"/>
                  <a:lumMod val="100000"/>
                  <a:shade val="100000"/>
                </a:schemeClr>
              </a:gs>
              <a:gs pos="100000">
                <a:schemeClr val="accent6">
                  <a:tint val="82000"/>
                  <a:lumMod val="99000"/>
                  <a:satMod val="120000"/>
                  <a:shade val="78000"/>
                </a:schemeClr>
              </a:gs>
            </a:gsLst>
            <a:lin ang="5400000" scaled="0"/>
          </a:gradFill>
          <a:ln>
            <a:noFill/>
          </a:ln>
          <a:effectLst/>
        </c:spPr>
      </c:pivotFmt>
      <c:pivotFmt>
        <c:idx val="373"/>
        <c:spPr>
          <a:gradFill rotWithShape="1">
            <a:gsLst>
              <a:gs pos="0">
                <a:schemeClr val="accent6">
                  <a:tint val="81000"/>
                  <a:satMod val="103000"/>
                  <a:lumMod val="102000"/>
                  <a:tint val="94000"/>
                </a:schemeClr>
              </a:gs>
              <a:gs pos="50000">
                <a:schemeClr val="accent6">
                  <a:tint val="81000"/>
                  <a:satMod val="110000"/>
                  <a:lumMod val="100000"/>
                  <a:shade val="100000"/>
                </a:schemeClr>
              </a:gs>
              <a:gs pos="100000">
                <a:schemeClr val="accent6">
                  <a:tint val="81000"/>
                  <a:lumMod val="99000"/>
                  <a:satMod val="120000"/>
                  <a:shade val="78000"/>
                </a:schemeClr>
              </a:gs>
            </a:gsLst>
            <a:lin ang="5400000" scaled="0"/>
          </a:gradFill>
          <a:ln>
            <a:noFill/>
          </a:ln>
          <a:effectLst/>
        </c:spPr>
      </c:pivotFmt>
      <c:pivotFmt>
        <c:idx val="374"/>
        <c:spPr>
          <a:gradFill rotWithShape="1">
            <a:gsLst>
              <a:gs pos="0">
                <a:schemeClr val="accent6">
                  <a:tint val="80000"/>
                  <a:satMod val="103000"/>
                  <a:lumMod val="102000"/>
                  <a:tint val="94000"/>
                </a:schemeClr>
              </a:gs>
              <a:gs pos="50000">
                <a:schemeClr val="accent6">
                  <a:tint val="80000"/>
                  <a:satMod val="110000"/>
                  <a:lumMod val="100000"/>
                  <a:shade val="100000"/>
                </a:schemeClr>
              </a:gs>
              <a:gs pos="100000">
                <a:schemeClr val="accent6">
                  <a:tint val="80000"/>
                  <a:lumMod val="99000"/>
                  <a:satMod val="120000"/>
                  <a:shade val="78000"/>
                </a:schemeClr>
              </a:gs>
            </a:gsLst>
            <a:lin ang="5400000" scaled="0"/>
          </a:gradFill>
          <a:ln>
            <a:noFill/>
          </a:ln>
          <a:effectLst/>
        </c:spPr>
      </c:pivotFmt>
      <c:pivotFmt>
        <c:idx val="375"/>
        <c:spPr>
          <a:gradFill rotWithShape="1">
            <a:gsLst>
              <a:gs pos="0">
                <a:schemeClr val="accent6">
                  <a:tint val="79000"/>
                  <a:satMod val="103000"/>
                  <a:lumMod val="102000"/>
                  <a:tint val="94000"/>
                </a:schemeClr>
              </a:gs>
              <a:gs pos="50000">
                <a:schemeClr val="accent6">
                  <a:tint val="79000"/>
                  <a:satMod val="110000"/>
                  <a:lumMod val="100000"/>
                  <a:shade val="100000"/>
                </a:schemeClr>
              </a:gs>
              <a:gs pos="100000">
                <a:schemeClr val="accent6">
                  <a:tint val="79000"/>
                  <a:lumMod val="99000"/>
                  <a:satMod val="120000"/>
                  <a:shade val="78000"/>
                </a:schemeClr>
              </a:gs>
            </a:gsLst>
            <a:lin ang="5400000" scaled="0"/>
          </a:gradFill>
          <a:ln>
            <a:noFill/>
          </a:ln>
          <a:effectLst/>
        </c:spPr>
      </c:pivotFmt>
      <c:pivotFmt>
        <c:idx val="376"/>
        <c:spPr>
          <a:gradFill rotWithShape="1">
            <a:gsLst>
              <a:gs pos="0">
                <a:schemeClr val="accent6">
                  <a:tint val="78000"/>
                  <a:satMod val="103000"/>
                  <a:lumMod val="102000"/>
                  <a:tint val="94000"/>
                </a:schemeClr>
              </a:gs>
              <a:gs pos="50000">
                <a:schemeClr val="accent6">
                  <a:tint val="78000"/>
                  <a:satMod val="110000"/>
                  <a:lumMod val="100000"/>
                  <a:shade val="100000"/>
                </a:schemeClr>
              </a:gs>
              <a:gs pos="100000">
                <a:schemeClr val="accent6">
                  <a:tint val="78000"/>
                  <a:lumMod val="99000"/>
                  <a:satMod val="120000"/>
                  <a:shade val="78000"/>
                </a:schemeClr>
              </a:gs>
            </a:gsLst>
            <a:lin ang="5400000" scaled="0"/>
          </a:gradFill>
          <a:ln>
            <a:noFill/>
          </a:ln>
          <a:effectLst/>
        </c:spPr>
      </c:pivotFmt>
      <c:pivotFmt>
        <c:idx val="377"/>
        <c:spPr>
          <a:gradFill rotWithShape="1">
            <a:gsLst>
              <a:gs pos="0">
                <a:schemeClr val="accent6">
                  <a:tint val="77000"/>
                  <a:satMod val="103000"/>
                  <a:lumMod val="102000"/>
                  <a:tint val="94000"/>
                </a:schemeClr>
              </a:gs>
              <a:gs pos="50000">
                <a:schemeClr val="accent6">
                  <a:tint val="77000"/>
                  <a:satMod val="110000"/>
                  <a:lumMod val="100000"/>
                  <a:shade val="100000"/>
                </a:schemeClr>
              </a:gs>
              <a:gs pos="100000">
                <a:schemeClr val="accent6">
                  <a:tint val="77000"/>
                  <a:lumMod val="99000"/>
                  <a:satMod val="120000"/>
                  <a:shade val="78000"/>
                </a:schemeClr>
              </a:gs>
            </a:gsLst>
            <a:lin ang="5400000" scaled="0"/>
          </a:gradFill>
          <a:ln>
            <a:noFill/>
          </a:ln>
          <a:effectLst/>
        </c:spPr>
      </c:pivotFmt>
      <c:pivotFmt>
        <c:idx val="378"/>
        <c:spPr>
          <a:gradFill rotWithShape="1">
            <a:gsLst>
              <a:gs pos="0">
                <a:schemeClr val="accent6">
                  <a:tint val="76000"/>
                  <a:satMod val="103000"/>
                  <a:lumMod val="102000"/>
                  <a:tint val="94000"/>
                </a:schemeClr>
              </a:gs>
              <a:gs pos="50000">
                <a:schemeClr val="accent6">
                  <a:tint val="76000"/>
                  <a:satMod val="110000"/>
                  <a:lumMod val="100000"/>
                  <a:shade val="100000"/>
                </a:schemeClr>
              </a:gs>
              <a:gs pos="100000">
                <a:schemeClr val="accent6">
                  <a:tint val="76000"/>
                  <a:lumMod val="99000"/>
                  <a:satMod val="120000"/>
                  <a:shade val="78000"/>
                </a:schemeClr>
              </a:gs>
            </a:gsLst>
            <a:lin ang="5400000" scaled="0"/>
          </a:gradFill>
          <a:ln>
            <a:noFill/>
          </a:ln>
          <a:effectLst/>
        </c:spPr>
      </c:pivotFmt>
      <c:pivotFmt>
        <c:idx val="379"/>
        <c:spPr>
          <a:gradFill rotWithShape="1">
            <a:gsLst>
              <a:gs pos="0">
                <a:schemeClr val="accent6">
                  <a:tint val="75000"/>
                  <a:satMod val="103000"/>
                  <a:lumMod val="102000"/>
                  <a:tint val="94000"/>
                </a:schemeClr>
              </a:gs>
              <a:gs pos="50000">
                <a:schemeClr val="accent6">
                  <a:tint val="75000"/>
                  <a:satMod val="110000"/>
                  <a:lumMod val="100000"/>
                  <a:shade val="100000"/>
                </a:schemeClr>
              </a:gs>
              <a:gs pos="100000">
                <a:schemeClr val="accent6">
                  <a:tint val="75000"/>
                  <a:lumMod val="99000"/>
                  <a:satMod val="120000"/>
                  <a:shade val="78000"/>
                </a:schemeClr>
              </a:gs>
            </a:gsLst>
            <a:lin ang="5400000" scaled="0"/>
          </a:gradFill>
          <a:ln>
            <a:noFill/>
          </a:ln>
          <a:effectLst/>
        </c:spPr>
      </c:pivotFmt>
      <c:pivotFmt>
        <c:idx val="380"/>
        <c:spPr>
          <a:gradFill rotWithShape="1">
            <a:gsLst>
              <a:gs pos="0">
                <a:schemeClr val="accent6">
                  <a:tint val="74000"/>
                  <a:satMod val="103000"/>
                  <a:lumMod val="102000"/>
                  <a:tint val="94000"/>
                </a:schemeClr>
              </a:gs>
              <a:gs pos="50000">
                <a:schemeClr val="accent6">
                  <a:tint val="74000"/>
                  <a:satMod val="110000"/>
                  <a:lumMod val="100000"/>
                  <a:shade val="100000"/>
                </a:schemeClr>
              </a:gs>
              <a:gs pos="100000">
                <a:schemeClr val="accent6">
                  <a:tint val="74000"/>
                  <a:lumMod val="99000"/>
                  <a:satMod val="120000"/>
                  <a:shade val="78000"/>
                </a:schemeClr>
              </a:gs>
            </a:gsLst>
            <a:lin ang="5400000" scaled="0"/>
          </a:gradFill>
          <a:ln>
            <a:noFill/>
          </a:ln>
          <a:effectLst/>
        </c:spPr>
      </c:pivotFmt>
      <c:pivotFmt>
        <c:idx val="381"/>
        <c:spPr>
          <a:gradFill rotWithShape="1">
            <a:gsLst>
              <a:gs pos="0">
                <a:schemeClr val="accent6">
                  <a:tint val="73000"/>
                  <a:satMod val="103000"/>
                  <a:lumMod val="102000"/>
                  <a:tint val="94000"/>
                </a:schemeClr>
              </a:gs>
              <a:gs pos="50000">
                <a:schemeClr val="accent6">
                  <a:tint val="73000"/>
                  <a:satMod val="110000"/>
                  <a:lumMod val="100000"/>
                  <a:shade val="100000"/>
                </a:schemeClr>
              </a:gs>
              <a:gs pos="100000">
                <a:schemeClr val="accent6">
                  <a:tint val="73000"/>
                  <a:lumMod val="99000"/>
                  <a:satMod val="120000"/>
                  <a:shade val="78000"/>
                </a:schemeClr>
              </a:gs>
            </a:gsLst>
            <a:lin ang="5400000" scaled="0"/>
          </a:gradFill>
          <a:ln>
            <a:noFill/>
          </a:ln>
          <a:effectLst/>
        </c:spPr>
      </c:pivotFmt>
      <c:pivotFmt>
        <c:idx val="382"/>
        <c:spPr>
          <a:gradFill rotWithShape="1">
            <a:gsLst>
              <a:gs pos="0">
                <a:schemeClr val="accent6">
                  <a:tint val="72000"/>
                  <a:satMod val="103000"/>
                  <a:lumMod val="102000"/>
                  <a:tint val="94000"/>
                </a:schemeClr>
              </a:gs>
              <a:gs pos="50000">
                <a:schemeClr val="accent6">
                  <a:tint val="72000"/>
                  <a:satMod val="110000"/>
                  <a:lumMod val="100000"/>
                  <a:shade val="100000"/>
                </a:schemeClr>
              </a:gs>
              <a:gs pos="100000">
                <a:schemeClr val="accent6">
                  <a:tint val="72000"/>
                  <a:lumMod val="99000"/>
                  <a:satMod val="120000"/>
                  <a:shade val="78000"/>
                </a:schemeClr>
              </a:gs>
            </a:gsLst>
            <a:lin ang="5400000" scaled="0"/>
          </a:gradFill>
          <a:ln>
            <a:noFill/>
          </a:ln>
          <a:effectLst/>
        </c:spPr>
      </c:pivotFmt>
      <c:pivotFmt>
        <c:idx val="383"/>
        <c:spPr>
          <a:gradFill rotWithShape="1">
            <a:gsLst>
              <a:gs pos="0">
                <a:schemeClr val="accent6">
                  <a:tint val="71000"/>
                  <a:satMod val="103000"/>
                  <a:lumMod val="102000"/>
                  <a:tint val="94000"/>
                </a:schemeClr>
              </a:gs>
              <a:gs pos="50000">
                <a:schemeClr val="accent6">
                  <a:tint val="71000"/>
                  <a:satMod val="110000"/>
                  <a:lumMod val="100000"/>
                  <a:shade val="100000"/>
                </a:schemeClr>
              </a:gs>
              <a:gs pos="100000">
                <a:schemeClr val="accent6">
                  <a:tint val="71000"/>
                  <a:lumMod val="99000"/>
                  <a:satMod val="120000"/>
                  <a:shade val="78000"/>
                </a:schemeClr>
              </a:gs>
            </a:gsLst>
            <a:lin ang="5400000" scaled="0"/>
          </a:gradFill>
          <a:ln>
            <a:noFill/>
          </a:ln>
          <a:effectLst/>
        </c:spPr>
      </c:pivotFmt>
      <c:pivotFmt>
        <c:idx val="384"/>
        <c:spPr>
          <a:gradFill rotWithShape="1">
            <a:gsLst>
              <a:gs pos="0">
                <a:schemeClr val="accent6">
                  <a:tint val="70000"/>
                  <a:satMod val="103000"/>
                  <a:lumMod val="102000"/>
                  <a:tint val="94000"/>
                </a:schemeClr>
              </a:gs>
              <a:gs pos="50000">
                <a:schemeClr val="accent6">
                  <a:tint val="70000"/>
                  <a:satMod val="110000"/>
                  <a:lumMod val="100000"/>
                  <a:shade val="100000"/>
                </a:schemeClr>
              </a:gs>
              <a:gs pos="100000">
                <a:schemeClr val="accent6">
                  <a:tint val="70000"/>
                  <a:lumMod val="99000"/>
                  <a:satMod val="120000"/>
                  <a:shade val="78000"/>
                </a:schemeClr>
              </a:gs>
            </a:gsLst>
            <a:lin ang="5400000" scaled="0"/>
          </a:gradFill>
          <a:ln>
            <a:noFill/>
          </a:ln>
          <a:effectLst/>
        </c:spPr>
      </c:pivotFmt>
      <c:pivotFmt>
        <c:idx val="385"/>
        <c:spPr>
          <a:gradFill rotWithShape="1">
            <a:gsLst>
              <a:gs pos="0">
                <a:schemeClr val="accent6">
                  <a:tint val="69000"/>
                  <a:satMod val="103000"/>
                  <a:lumMod val="102000"/>
                  <a:tint val="94000"/>
                </a:schemeClr>
              </a:gs>
              <a:gs pos="50000">
                <a:schemeClr val="accent6">
                  <a:tint val="69000"/>
                  <a:satMod val="110000"/>
                  <a:lumMod val="100000"/>
                  <a:shade val="100000"/>
                </a:schemeClr>
              </a:gs>
              <a:gs pos="100000">
                <a:schemeClr val="accent6">
                  <a:tint val="69000"/>
                  <a:lumMod val="99000"/>
                  <a:satMod val="120000"/>
                  <a:shade val="78000"/>
                </a:schemeClr>
              </a:gs>
            </a:gsLst>
            <a:lin ang="5400000" scaled="0"/>
          </a:gradFill>
          <a:ln>
            <a:noFill/>
          </a:ln>
          <a:effectLst/>
        </c:spPr>
      </c:pivotFmt>
      <c:pivotFmt>
        <c:idx val="386"/>
        <c:spPr>
          <a:gradFill rotWithShape="1">
            <a:gsLst>
              <a:gs pos="0">
                <a:schemeClr val="accent6">
                  <a:tint val="68000"/>
                  <a:satMod val="103000"/>
                  <a:lumMod val="102000"/>
                  <a:tint val="94000"/>
                </a:schemeClr>
              </a:gs>
              <a:gs pos="50000">
                <a:schemeClr val="accent6">
                  <a:tint val="68000"/>
                  <a:satMod val="110000"/>
                  <a:lumMod val="100000"/>
                  <a:shade val="100000"/>
                </a:schemeClr>
              </a:gs>
              <a:gs pos="100000">
                <a:schemeClr val="accent6">
                  <a:tint val="68000"/>
                  <a:lumMod val="99000"/>
                  <a:satMod val="120000"/>
                  <a:shade val="78000"/>
                </a:schemeClr>
              </a:gs>
            </a:gsLst>
            <a:lin ang="5400000" scaled="0"/>
          </a:gradFill>
          <a:ln>
            <a:noFill/>
          </a:ln>
          <a:effectLst/>
        </c:spPr>
      </c:pivotFmt>
      <c:pivotFmt>
        <c:idx val="387"/>
        <c:spPr>
          <a:gradFill rotWithShape="1">
            <a:gsLst>
              <a:gs pos="0">
                <a:schemeClr val="accent6">
                  <a:tint val="67000"/>
                  <a:satMod val="103000"/>
                  <a:lumMod val="102000"/>
                  <a:tint val="94000"/>
                </a:schemeClr>
              </a:gs>
              <a:gs pos="50000">
                <a:schemeClr val="accent6">
                  <a:tint val="67000"/>
                  <a:satMod val="110000"/>
                  <a:lumMod val="100000"/>
                  <a:shade val="100000"/>
                </a:schemeClr>
              </a:gs>
              <a:gs pos="100000">
                <a:schemeClr val="accent6">
                  <a:tint val="67000"/>
                  <a:lumMod val="99000"/>
                  <a:satMod val="120000"/>
                  <a:shade val="78000"/>
                </a:schemeClr>
              </a:gs>
            </a:gsLst>
            <a:lin ang="5400000" scaled="0"/>
          </a:gradFill>
          <a:ln>
            <a:noFill/>
          </a:ln>
          <a:effectLst/>
        </c:spPr>
      </c:pivotFmt>
      <c:pivotFmt>
        <c:idx val="388"/>
        <c:spPr>
          <a:gradFill rotWithShape="1">
            <a:gsLst>
              <a:gs pos="0">
                <a:schemeClr val="accent6">
                  <a:tint val="66000"/>
                  <a:satMod val="103000"/>
                  <a:lumMod val="102000"/>
                  <a:tint val="94000"/>
                </a:schemeClr>
              </a:gs>
              <a:gs pos="50000">
                <a:schemeClr val="accent6">
                  <a:tint val="66000"/>
                  <a:satMod val="110000"/>
                  <a:lumMod val="100000"/>
                  <a:shade val="100000"/>
                </a:schemeClr>
              </a:gs>
              <a:gs pos="100000">
                <a:schemeClr val="accent6">
                  <a:tint val="66000"/>
                  <a:lumMod val="99000"/>
                  <a:satMod val="120000"/>
                  <a:shade val="78000"/>
                </a:schemeClr>
              </a:gs>
            </a:gsLst>
            <a:lin ang="5400000" scaled="0"/>
          </a:gradFill>
          <a:ln>
            <a:noFill/>
          </a:ln>
          <a:effectLst/>
        </c:spPr>
      </c:pivotFmt>
      <c:pivotFmt>
        <c:idx val="389"/>
        <c:spPr>
          <a:gradFill rotWithShape="1">
            <a:gsLst>
              <a:gs pos="0">
                <a:schemeClr val="accent6">
                  <a:tint val="65000"/>
                  <a:satMod val="103000"/>
                  <a:lumMod val="102000"/>
                  <a:tint val="94000"/>
                </a:schemeClr>
              </a:gs>
              <a:gs pos="50000">
                <a:schemeClr val="accent6">
                  <a:tint val="65000"/>
                  <a:satMod val="110000"/>
                  <a:lumMod val="100000"/>
                  <a:shade val="100000"/>
                </a:schemeClr>
              </a:gs>
              <a:gs pos="100000">
                <a:schemeClr val="accent6">
                  <a:tint val="65000"/>
                  <a:lumMod val="99000"/>
                  <a:satMod val="120000"/>
                  <a:shade val="78000"/>
                </a:schemeClr>
              </a:gs>
            </a:gsLst>
            <a:lin ang="5400000" scaled="0"/>
          </a:gradFill>
          <a:ln>
            <a:noFill/>
          </a:ln>
          <a:effectLst/>
        </c:spPr>
      </c:pivotFmt>
      <c:pivotFmt>
        <c:idx val="390"/>
        <c:spPr>
          <a:gradFill rotWithShape="1">
            <a:gsLst>
              <a:gs pos="0">
                <a:schemeClr val="accent6">
                  <a:tint val="64000"/>
                  <a:satMod val="103000"/>
                  <a:lumMod val="102000"/>
                  <a:tint val="94000"/>
                </a:schemeClr>
              </a:gs>
              <a:gs pos="50000">
                <a:schemeClr val="accent6">
                  <a:tint val="64000"/>
                  <a:satMod val="110000"/>
                  <a:lumMod val="100000"/>
                  <a:shade val="100000"/>
                </a:schemeClr>
              </a:gs>
              <a:gs pos="100000">
                <a:schemeClr val="accent6">
                  <a:tint val="64000"/>
                  <a:lumMod val="99000"/>
                  <a:satMod val="120000"/>
                  <a:shade val="78000"/>
                </a:schemeClr>
              </a:gs>
            </a:gsLst>
            <a:lin ang="5400000" scaled="0"/>
          </a:gradFill>
          <a:ln>
            <a:noFill/>
          </a:ln>
          <a:effectLst/>
        </c:spPr>
      </c:pivotFmt>
      <c:pivotFmt>
        <c:idx val="391"/>
        <c:spPr>
          <a:gradFill rotWithShape="1">
            <a:gsLst>
              <a:gs pos="0">
                <a:schemeClr val="accent6">
                  <a:tint val="63000"/>
                  <a:satMod val="103000"/>
                  <a:lumMod val="102000"/>
                  <a:tint val="94000"/>
                </a:schemeClr>
              </a:gs>
              <a:gs pos="50000">
                <a:schemeClr val="accent6">
                  <a:tint val="63000"/>
                  <a:satMod val="110000"/>
                  <a:lumMod val="100000"/>
                  <a:shade val="100000"/>
                </a:schemeClr>
              </a:gs>
              <a:gs pos="100000">
                <a:schemeClr val="accent6">
                  <a:tint val="63000"/>
                  <a:lumMod val="99000"/>
                  <a:satMod val="120000"/>
                  <a:shade val="78000"/>
                </a:schemeClr>
              </a:gs>
            </a:gsLst>
            <a:lin ang="5400000" scaled="0"/>
          </a:gradFill>
          <a:ln>
            <a:noFill/>
          </a:ln>
          <a:effectLst/>
        </c:spPr>
      </c:pivotFmt>
      <c:pivotFmt>
        <c:idx val="392"/>
        <c:spPr>
          <a:gradFill rotWithShape="1">
            <a:gsLst>
              <a:gs pos="0">
                <a:schemeClr val="accent6">
                  <a:tint val="62000"/>
                  <a:satMod val="103000"/>
                  <a:lumMod val="102000"/>
                  <a:tint val="94000"/>
                </a:schemeClr>
              </a:gs>
              <a:gs pos="50000">
                <a:schemeClr val="accent6">
                  <a:tint val="62000"/>
                  <a:satMod val="110000"/>
                  <a:lumMod val="100000"/>
                  <a:shade val="100000"/>
                </a:schemeClr>
              </a:gs>
              <a:gs pos="100000">
                <a:schemeClr val="accent6">
                  <a:tint val="62000"/>
                  <a:lumMod val="99000"/>
                  <a:satMod val="120000"/>
                  <a:shade val="78000"/>
                </a:schemeClr>
              </a:gs>
            </a:gsLst>
            <a:lin ang="5400000" scaled="0"/>
          </a:gradFill>
          <a:ln>
            <a:noFill/>
          </a:ln>
          <a:effectLst/>
        </c:spPr>
      </c:pivotFmt>
      <c:pivotFmt>
        <c:idx val="393"/>
        <c:spPr>
          <a:gradFill rotWithShape="1">
            <a:gsLst>
              <a:gs pos="0">
                <a:schemeClr val="accent6">
                  <a:tint val="61000"/>
                  <a:satMod val="103000"/>
                  <a:lumMod val="102000"/>
                  <a:tint val="94000"/>
                </a:schemeClr>
              </a:gs>
              <a:gs pos="50000">
                <a:schemeClr val="accent6">
                  <a:tint val="61000"/>
                  <a:satMod val="110000"/>
                  <a:lumMod val="100000"/>
                  <a:shade val="100000"/>
                </a:schemeClr>
              </a:gs>
              <a:gs pos="100000">
                <a:schemeClr val="accent6">
                  <a:tint val="61000"/>
                  <a:lumMod val="99000"/>
                  <a:satMod val="120000"/>
                  <a:shade val="78000"/>
                </a:schemeClr>
              </a:gs>
            </a:gsLst>
            <a:lin ang="5400000" scaled="0"/>
          </a:gradFill>
          <a:ln>
            <a:noFill/>
          </a:ln>
          <a:effectLst/>
        </c:spPr>
      </c:pivotFmt>
      <c:pivotFmt>
        <c:idx val="394"/>
        <c:spPr>
          <a:gradFill rotWithShape="1">
            <a:gsLst>
              <a:gs pos="0">
                <a:schemeClr val="accent6">
                  <a:tint val="60000"/>
                  <a:satMod val="103000"/>
                  <a:lumMod val="102000"/>
                  <a:tint val="94000"/>
                </a:schemeClr>
              </a:gs>
              <a:gs pos="50000">
                <a:schemeClr val="accent6">
                  <a:tint val="60000"/>
                  <a:satMod val="110000"/>
                  <a:lumMod val="100000"/>
                  <a:shade val="100000"/>
                </a:schemeClr>
              </a:gs>
              <a:gs pos="100000">
                <a:schemeClr val="accent6">
                  <a:tint val="60000"/>
                  <a:lumMod val="99000"/>
                  <a:satMod val="120000"/>
                  <a:shade val="78000"/>
                </a:schemeClr>
              </a:gs>
            </a:gsLst>
            <a:lin ang="5400000" scaled="0"/>
          </a:gradFill>
          <a:ln>
            <a:noFill/>
          </a:ln>
          <a:effectLst/>
        </c:spPr>
      </c:pivotFmt>
      <c:pivotFmt>
        <c:idx val="395"/>
        <c:spPr>
          <a:gradFill rotWithShape="1">
            <a:gsLst>
              <a:gs pos="0">
                <a:schemeClr val="accent6">
                  <a:tint val="59000"/>
                  <a:satMod val="103000"/>
                  <a:lumMod val="102000"/>
                  <a:tint val="94000"/>
                </a:schemeClr>
              </a:gs>
              <a:gs pos="50000">
                <a:schemeClr val="accent6">
                  <a:tint val="59000"/>
                  <a:satMod val="110000"/>
                  <a:lumMod val="100000"/>
                  <a:shade val="100000"/>
                </a:schemeClr>
              </a:gs>
              <a:gs pos="100000">
                <a:schemeClr val="accent6">
                  <a:tint val="59000"/>
                  <a:lumMod val="99000"/>
                  <a:satMod val="120000"/>
                  <a:shade val="78000"/>
                </a:schemeClr>
              </a:gs>
            </a:gsLst>
            <a:lin ang="5400000" scaled="0"/>
          </a:gradFill>
          <a:ln>
            <a:noFill/>
          </a:ln>
          <a:effectLst/>
        </c:spPr>
      </c:pivotFmt>
      <c:pivotFmt>
        <c:idx val="396"/>
        <c:spPr>
          <a:gradFill rotWithShape="1">
            <a:gsLst>
              <a:gs pos="0">
                <a:schemeClr val="accent6">
                  <a:tint val="58000"/>
                  <a:satMod val="103000"/>
                  <a:lumMod val="102000"/>
                  <a:tint val="94000"/>
                </a:schemeClr>
              </a:gs>
              <a:gs pos="50000">
                <a:schemeClr val="accent6">
                  <a:tint val="58000"/>
                  <a:satMod val="110000"/>
                  <a:lumMod val="100000"/>
                  <a:shade val="100000"/>
                </a:schemeClr>
              </a:gs>
              <a:gs pos="100000">
                <a:schemeClr val="accent6">
                  <a:tint val="58000"/>
                  <a:lumMod val="99000"/>
                  <a:satMod val="120000"/>
                  <a:shade val="78000"/>
                </a:schemeClr>
              </a:gs>
            </a:gsLst>
            <a:lin ang="5400000" scaled="0"/>
          </a:gradFill>
          <a:ln>
            <a:noFill/>
          </a:ln>
          <a:effectLst/>
        </c:spPr>
      </c:pivotFmt>
      <c:pivotFmt>
        <c:idx val="397"/>
        <c:spPr>
          <a:gradFill rotWithShape="1">
            <a:gsLst>
              <a:gs pos="0">
                <a:schemeClr val="accent6">
                  <a:tint val="57000"/>
                  <a:satMod val="103000"/>
                  <a:lumMod val="102000"/>
                  <a:tint val="94000"/>
                </a:schemeClr>
              </a:gs>
              <a:gs pos="50000">
                <a:schemeClr val="accent6">
                  <a:tint val="57000"/>
                  <a:satMod val="110000"/>
                  <a:lumMod val="100000"/>
                  <a:shade val="100000"/>
                </a:schemeClr>
              </a:gs>
              <a:gs pos="100000">
                <a:schemeClr val="accent6">
                  <a:tint val="57000"/>
                  <a:lumMod val="99000"/>
                  <a:satMod val="120000"/>
                  <a:shade val="78000"/>
                </a:schemeClr>
              </a:gs>
            </a:gsLst>
            <a:lin ang="5400000" scaled="0"/>
          </a:gradFill>
          <a:ln>
            <a:noFill/>
          </a:ln>
          <a:effectLst/>
        </c:spPr>
      </c:pivotFmt>
      <c:pivotFmt>
        <c:idx val="398"/>
        <c:spPr>
          <a:gradFill rotWithShape="1">
            <a:gsLst>
              <a:gs pos="0">
                <a:schemeClr val="accent6">
                  <a:tint val="56000"/>
                  <a:satMod val="103000"/>
                  <a:lumMod val="102000"/>
                  <a:tint val="94000"/>
                </a:schemeClr>
              </a:gs>
              <a:gs pos="50000">
                <a:schemeClr val="accent6">
                  <a:tint val="56000"/>
                  <a:satMod val="110000"/>
                  <a:lumMod val="100000"/>
                  <a:shade val="100000"/>
                </a:schemeClr>
              </a:gs>
              <a:gs pos="100000">
                <a:schemeClr val="accent6">
                  <a:tint val="56000"/>
                  <a:lumMod val="99000"/>
                  <a:satMod val="120000"/>
                  <a:shade val="78000"/>
                </a:schemeClr>
              </a:gs>
            </a:gsLst>
            <a:lin ang="5400000" scaled="0"/>
          </a:gradFill>
          <a:ln>
            <a:noFill/>
          </a:ln>
          <a:effectLst/>
        </c:spPr>
      </c:pivotFmt>
      <c:pivotFmt>
        <c:idx val="399"/>
        <c:spPr>
          <a:gradFill rotWithShape="1">
            <a:gsLst>
              <a:gs pos="0">
                <a:schemeClr val="accent6">
                  <a:tint val="55000"/>
                  <a:satMod val="103000"/>
                  <a:lumMod val="102000"/>
                  <a:tint val="94000"/>
                </a:schemeClr>
              </a:gs>
              <a:gs pos="50000">
                <a:schemeClr val="accent6">
                  <a:tint val="55000"/>
                  <a:satMod val="110000"/>
                  <a:lumMod val="100000"/>
                  <a:shade val="100000"/>
                </a:schemeClr>
              </a:gs>
              <a:gs pos="100000">
                <a:schemeClr val="accent6">
                  <a:tint val="55000"/>
                  <a:lumMod val="99000"/>
                  <a:satMod val="120000"/>
                  <a:shade val="78000"/>
                </a:schemeClr>
              </a:gs>
            </a:gsLst>
            <a:lin ang="5400000" scaled="0"/>
          </a:gradFill>
          <a:ln>
            <a:noFill/>
          </a:ln>
          <a:effectLst/>
        </c:spPr>
      </c:pivotFmt>
      <c:pivotFmt>
        <c:idx val="400"/>
        <c:spPr>
          <a:gradFill rotWithShape="1">
            <a:gsLst>
              <a:gs pos="0">
                <a:schemeClr val="accent6">
                  <a:tint val="54000"/>
                  <a:satMod val="103000"/>
                  <a:lumMod val="102000"/>
                  <a:tint val="94000"/>
                </a:schemeClr>
              </a:gs>
              <a:gs pos="50000">
                <a:schemeClr val="accent6">
                  <a:tint val="54000"/>
                  <a:satMod val="110000"/>
                  <a:lumMod val="100000"/>
                  <a:shade val="100000"/>
                </a:schemeClr>
              </a:gs>
              <a:gs pos="100000">
                <a:schemeClr val="accent6">
                  <a:tint val="54000"/>
                  <a:lumMod val="99000"/>
                  <a:satMod val="120000"/>
                  <a:shade val="78000"/>
                </a:schemeClr>
              </a:gs>
            </a:gsLst>
            <a:lin ang="5400000" scaled="0"/>
          </a:gradFill>
          <a:ln>
            <a:noFill/>
          </a:ln>
          <a:effectLst/>
        </c:spPr>
      </c:pivotFmt>
      <c:pivotFmt>
        <c:idx val="401"/>
        <c:spPr>
          <a:gradFill rotWithShape="1">
            <a:gsLst>
              <a:gs pos="0">
                <a:schemeClr val="accent6">
                  <a:tint val="53000"/>
                  <a:satMod val="103000"/>
                  <a:lumMod val="102000"/>
                  <a:tint val="94000"/>
                </a:schemeClr>
              </a:gs>
              <a:gs pos="50000">
                <a:schemeClr val="accent6">
                  <a:tint val="53000"/>
                  <a:satMod val="110000"/>
                  <a:lumMod val="100000"/>
                  <a:shade val="100000"/>
                </a:schemeClr>
              </a:gs>
              <a:gs pos="100000">
                <a:schemeClr val="accent6">
                  <a:tint val="53000"/>
                  <a:lumMod val="99000"/>
                  <a:satMod val="120000"/>
                  <a:shade val="78000"/>
                </a:schemeClr>
              </a:gs>
            </a:gsLst>
            <a:lin ang="5400000" scaled="0"/>
          </a:gradFill>
          <a:ln>
            <a:noFill/>
          </a:ln>
          <a:effectLst/>
        </c:spPr>
      </c:pivotFmt>
      <c:pivotFmt>
        <c:idx val="402"/>
        <c:spPr>
          <a:gradFill rotWithShape="1">
            <a:gsLst>
              <a:gs pos="0">
                <a:schemeClr val="accent6">
                  <a:tint val="52000"/>
                  <a:satMod val="103000"/>
                  <a:lumMod val="102000"/>
                  <a:tint val="94000"/>
                </a:schemeClr>
              </a:gs>
              <a:gs pos="50000">
                <a:schemeClr val="accent6">
                  <a:tint val="52000"/>
                  <a:satMod val="110000"/>
                  <a:lumMod val="100000"/>
                  <a:shade val="100000"/>
                </a:schemeClr>
              </a:gs>
              <a:gs pos="100000">
                <a:schemeClr val="accent6">
                  <a:tint val="52000"/>
                  <a:lumMod val="99000"/>
                  <a:satMod val="120000"/>
                  <a:shade val="78000"/>
                </a:schemeClr>
              </a:gs>
            </a:gsLst>
            <a:lin ang="5400000" scaled="0"/>
          </a:gradFill>
          <a:ln>
            <a:noFill/>
          </a:ln>
          <a:effectLst/>
        </c:spPr>
      </c:pivotFmt>
      <c:pivotFmt>
        <c:idx val="403"/>
        <c:spPr>
          <a:gradFill rotWithShape="1">
            <a:gsLst>
              <a:gs pos="0">
                <a:schemeClr val="accent6">
                  <a:tint val="51000"/>
                  <a:satMod val="103000"/>
                  <a:lumMod val="102000"/>
                  <a:tint val="94000"/>
                </a:schemeClr>
              </a:gs>
              <a:gs pos="50000">
                <a:schemeClr val="accent6">
                  <a:tint val="51000"/>
                  <a:satMod val="110000"/>
                  <a:lumMod val="100000"/>
                  <a:shade val="100000"/>
                </a:schemeClr>
              </a:gs>
              <a:gs pos="100000">
                <a:schemeClr val="accent6">
                  <a:tint val="51000"/>
                  <a:lumMod val="99000"/>
                  <a:satMod val="120000"/>
                  <a:shade val="78000"/>
                </a:schemeClr>
              </a:gs>
            </a:gsLst>
            <a:lin ang="5400000" scaled="0"/>
          </a:gradFill>
          <a:ln>
            <a:noFill/>
          </a:ln>
          <a:effectLst/>
        </c:spPr>
      </c:pivotFmt>
      <c:pivotFmt>
        <c:idx val="404"/>
        <c:spPr>
          <a:gradFill rotWithShape="1">
            <a:gsLst>
              <a:gs pos="0">
                <a:schemeClr val="accent6">
                  <a:tint val="50000"/>
                  <a:satMod val="103000"/>
                  <a:lumMod val="102000"/>
                  <a:tint val="94000"/>
                </a:schemeClr>
              </a:gs>
              <a:gs pos="50000">
                <a:schemeClr val="accent6">
                  <a:tint val="50000"/>
                  <a:satMod val="110000"/>
                  <a:lumMod val="100000"/>
                  <a:shade val="100000"/>
                </a:schemeClr>
              </a:gs>
              <a:gs pos="100000">
                <a:schemeClr val="accent6">
                  <a:tint val="50000"/>
                  <a:lumMod val="99000"/>
                  <a:satMod val="120000"/>
                  <a:shade val="78000"/>
                </a:schemeClr>
              </a:gs>
            </a:gsLst>
            <a:lin ang="5400000" scaled="0"/>
          </a:gradFill>
          <a:ln>
            <a:noFill/>
          </a:ln>
          <a:effectLst/>
        </c:spPr>
      </c:pivotFmt>
      <c:pivotFmt>
        <c:idx val="405"/>
        <c:spPr>
          <a:gradFill rotWithShape="1">
            <a:gsLst>
              <a:gs pos="0">
                <a:schemeClr val="accent6">
                  <a:tint val="49000"/>
                  <a:satMod val="103000"/>
                  <a:lumMod val="102000"/>
                  <a:tint val="94000"/>
                </a:schemeClr>
              </a:gs>
              <a:gs pos="50000">
                <a:schemeClr val="accent6">
                  <a:tint val="49000"/>
                  <a:satMod val="110000"/>
                  <a:lumMod val="100000"/>
                  <a:shade val="100000"/>
                </a:schemeClr>
              </a:gs>
              <a:gs pos="100000">
                <a:schemeClr val="accent6">
                  <a:tint val="49000"/>
                  <a:lumMod val="99000"/>
                  <a:satMod val="120000"/>
                  <a:shade val="78000"/>
                </a:schemeClr>
              </a:gs>
            </a:gsLst>
            <a:lin ang="5400000" scaled="0"/>
          </a:gradFill>
          <a:ln>
            <a:noFill/>
          </a:ln>
          <a:effectLst/>
        </c:spPr>
      </c:pivotFmt>
      <c:pivotFmt>
        <c:idx val="406"/>
        <c:spPr>
          <a:gradFill rotWithShape="1">
            <a:gsLst>
              <a:gs pos="0">
                <a:schemeClr val="accent6">
                  <a:tint val="48000"/>
                  <a:satMod val="103000"/>
                  <a:lumMod val="102000"/>
                  <a:tint val="94000"/>
                </a:schemeClr>
              </a:gs>
              <a:gs pos="50000">
                <a:schemeClr val="accent6">
                  <a:tint val="48000"/>
                  <a:satMod val="110000"/>
                  <a:lumMod val="100000"/>
                  <a:shade val="100000"/>
                </a:schemeClr>
              </a:gs>
              <a:gs pos="100000">
                <a:schemeClr val="accent6">
                  <a:tint val="48000"/>
                  <a:lumMod val="99000"/>
                  <a:satMod val="120000"/>
                  <a:shade val="78000"/>
                </a:schemeClr>
              </a:gs>
            </a:gsLst>
            <a:lin ang="5400000" scaled="0"/>
          </a:gradFill>
          <a:ln>
            <a:noFill/>
          </a:ln>
          <a:effectLst/>
        </c:spPr>
      </c:pivotFmt>
      <c:pivotFmt>
        <c:idx val="407"/>
        <c:spPr>
          <a:gradFill rotWithShape="1">
            <a:gsLst>
              <a:gs pos="0">
                <a:schemeClr val="accent6">
                  <a:tint val="47000"/>
                  <a:satMod val="103000"/>
                  <a:lumMod val="102000"/>
                  <a:tint val="94000"/>
                </a:schemeClr>
              </a:gs>
              <a:gs pos="50000">
                <a:schemeClr val="accent6">
                  <a:tint val="47000"/>
                  <a:satMod val="110000"/>
                  <a:lumMod val="100000"/>
                  <a:shade val="100000"/>
                </a:schemeClr>
              </a:gs>
              <a:gs pos="100000">
                <a:schemeClr val="accent6">
                  <a:tint val="47000"/>
                  <a:lumMod val="99000"/>
                  <a:satMod val="120000"/>
                  <a:shade val="78000"/>
                </a:schemeClr>
              </a:gs>
            </a:gsLst>
            <a:lin ang="5400000" scaled="0"/>
          </a:gradFill>
          <a:ln>
            <a:noFill/>
          </a:ln>
          <a:effectLst/>
        </c:spPr>
      </c:pivotFmt>
      <c:pivotFmt>
        <c:idx val="408"/>
        <c:spPr>
          <a:gradFill rotWithShape="1">
            <a:gsLst>
              <a:gs pos="0">
                <a:schemeClr val="accent6">
                  <a:tint val="46000"/>
                  <a:satMod val="103000"/>
                  <a:lumMod val="102000"/>
                  <a:tint val="94000"/>
                </a:schemeClr>
              </a:gs>
              <a:gs pos="50000">
                <a:schemeClr val="accent6">
                  <a:tint val="46000"/>
                  <a:satMod val="110000"/>
                  <a:lumMod val="100000"/>
                  <a:shade val="100000"/>
                </a:schemeClr>
              </a:gs>
              <a:gs pos="100000">
                <a:schemeClr val="accent6">
                  <a:tint val="46000"/>
                  <a:lumMod val="99000"/>
                  <a:satMod val="120000"/>
                  <a:shade val="78000"/>
                </a:schemeClr>
              </a:gs>
            </a:gsLst>
            <a:lin ang="5400000" scaled="0"/>
          </a:gradFill>
          <a:ln>
            <a:noFill/>
          </a:ln>
          <a:effectLst/>
        </c:spPr>
      </c:pivotFmt>
      <c:pivotFmt>
        <c:idx val="409"/>
        <c:spPr>
          <a:gradFill rotWithShape="1">
            <a:gsLst>
              <a:gs pos="0">
                <a:schemeClr val="accent6">
                  <a:tint val="45000"/>
                  <a:satMod val="103000"/>
                  <a:lumMod val="102000"/>
                  <a:tint val="94000"/>
                </a:schemeClr>
              </a:gs>
              <a:gs pos="50000">
                <a:schemeClr val="accent6">
                  <a:tint val="45000"/>
                  <a:satMod val="110000"/>
                  <a:lumMod val="100000"/>
                  <a:shade val="100000"/>
                </a:schemeClr>
              </a:gs>
              <a:gs pos="100000">
                <a:schemeClr val="accent6">
                  <a:tint val="45000"/>
                  <a:lumMod val="99000"/>
                  <a:satMod val="120000"/>
                  <a:shade val="78000"/>
                </a:schemeClr>
              </a:gs>
            </a:gsLst>
            <a:lin ang="5400000" scaled="0"/>
          </a:gradFill>
          <a:ln>
            <a:noFill/>
          </a:ln>
          <a:effectLst/>
        </c:spPr>
      </c:pivotFmt>
      <c:pivotFmt>
        <c:idx val="410"/>
        <c:spPr>
          <a:gradFill rotWithShape="1">
            <a:gsLst>
              <a:gs pos="0">
                <a:schemeClr val="accent6">
                  <a:tint val="44000"/>
                  <a:satMod val="103000"/>
                  <a:lumMod val="102000"/>
                  <a:tint val="94000"/>
                </a:schemeClr>
              </a:gs>
              <a:gs pos="50000">
                <a:schemeClr val="accent6">
                  <a:tint val="44000"/>
                  <a:satMod val="110000"/>
                  <a:lumMod val="100000"/>
                  <a:shade val="100000"/>
                </a:schemeClr>
              </a:gs>
              <a:gs pos="100000">
                <a:schemeClr val="accent6">
                  <a:tint val="44000"/>
                  <a:lumMod val="99000"/>
                  <a:satMod val="120000"/>
                  <a:shade val="78000"/>
                </a:schemeClr>
              </a:gs>
            </a:gsLst>
            <a:lin ang="5400000" scaled="0"/>
          </a:gradFill>
          <a:ln>
            <a:noFill/>
          </a:ln>
          <a:effectLst/>
        </c:spPr>
      </c:pivotFmt>
      <c:pivotFmt>
        <c:idx val="411"/>
        <c:spPr>
          <a:gradFill rotWithShape="1">
            <a:gsLst>
              <a:gs pos="0">
                <a:schemeClr val="accent6">
                  <a:tint val="43000"/>
                  <a:satMod val="103000"/>
                  <a:lumMod val="102000"/>
                  <a:tint val="94000"/>
                </a:schemeClr>
              </a:gs>
              <a:gs pos="50000">
                <a:schemeClr val="accent6">
                  <a:tint val="43000"/>
                  <a:satMod val="110000"/>
                  <a:lumMod val="100000"/>
                  <a:shade val="100000"/>
                </a:schemeClr>
              </a:gs>
              <a:gs pos="100000">
                <a:schemeClr val="accent6">
                  <a:tint val="43000"/>
                  <a:lumMod val="99000"/>
                  <a:satMod val="120000"/>
                  <a:shade val="78000"/>
                </a:schemeClr>
              </a:gs>
            </a:gsLst>
            <a:lin ang="5400000" scaled="0"/>
          </a:gradFill>
          <a:ln>
            <a:noFill/>
          </a:ln>
          <a:effectLst/>
        </c:spPr>
      </c:pivotFmt>
      <c:pivotFmt>
        <c:idx val="412"/>
        <c:spPr>
          <a:gradFill rotWithShape="1">
            <a:gsLst>
              <a:gs pos="0">
                <a:schemeClr val="accent6">
                  <a:tint val="42000"/>
                  <a:satMod val="103000"/>
                  <a:lumMod val="102000"/>
                  <a:tint val="94000"/>
                </a:schemeClr>
              </a:gs>
              <a:gs pos="50000">
                <a:schemeClr val="accent6">
                  <a:tint val="42000"/>
                  <a:satMod val="110000"/>
                  <a:lumMod val="100000"/>
                  <a:shade val="100000"/>
                </a:schemeClr>
              </a:gs>
              <a:gs pos="100000">
                <a:schemeClr val="accent6">
                  <a:tint val="42000"/>
                  <a:lumMod val="99000"/>
                  <a:satMod val="120000"/>
                  <a:shade val="78000"/>
                </a:schemeClr>
              </a:gs>
            </a:gsLst>
            <a:lin ang="5400000" scaled="0"/>
          </a:gradFill>
          <a:ln>
            <a:noFill/>
          </a:ln>
          <a:effectLst/>
        </c:spPr>
      </c:pivotFmt>
      <c:pivotFmt>
        <c:idx val="413"/>
        <c:spPr>
          <a:gradFill rotWithShape="1">
            <a:gsLst>
              <a:gs pos="0">
                <a:schemeClr val="accent6">
                  <a:tint val="41000"/>
                  <a:satMod val="103000"/>
                  <a:lumMod val="102000"/>
                  <a:tint val="94000"/>
                </a:schemeClr>
              </a:gs>
              <a:gs pos="50000">
                <a:schemeClr val="accent6">
                  <a:tint val="41000"/>
                  <a:satMod val="110000"/>
                  <a:lumMod val="100000"/>
                  <a:shade val="100000"/>
                </a:schemeClr>
              </a:gs>
              <a:gs pos="100000">
                <a:schemeClr val="accent6">
                  <a:tint val="41000"/>
                  <a:lumMod val="99000"/>
                  <a:satMod val="120000"/>
                  <a:shade val="78000"/>
                </a:schemeClr>
              </a:gs>
            </a:gsLst>
            <a:lin ang="5400000" scaled="0"/>
          </a:gradFill>
          <a:ln>
            <a:noFill/>
          </a:ln>
          <a:effectLst/>
        </c:spPr>
      </c:pivotFmt>
      <c:pivotFmt>
        <c:idx val="414"/>
        <c:spPr>
          <a:gradFill rotWithShape="1">
            <a:gsLst>
              <a:gs pos="0">
                <a:schemeClr val="accent6">
                  <a:tint val="40000"/>
                  <a:satMod val="103000"/>
                  <a:lumMod val="102000"/>
                  <a:tint val="94000"/>
                </a:schemeClr>
              </a:gs>
              <a:gs pos="50000">
                <a:schemeClr val="accent6">
                  <a:tint val="40000"/>
                  <a:satMod val="110000"/>
                  <a:lumMod val="100000"/>
                  <a:shade val="100000"/>
                </a:schemeClr>
              </a:gs>
              <a:gs pos="100000">
                <a:schemeClr val="accent6">
                  <a:tint val="40000"/>
                  <a:lumMod val="99000"/>
                  <a:satMod val="120000"/>
                  <a:shade val="78000"/>
                </a:schemeClr>
              </a:gs>
            </a:gsLst>
            <a:lin ang="5400000" scaled="0"/>
          </a:gradFill>
          <a:ln>
            <a:noFill/>
          </a:ln>
          <a:effectLst/>
        </c:spPr>
      </c:pivotFmt>
      <c:pivotFmt>
        <c:idx val="415"/>
        <c:spPr>
          <a:gradFill rotWithShape="1">
            <a:gsLst>
              <a:gs pos="0">
                <a:schemeClr val="accent6">
                  <a:tint val="39000"/>
                  <a:satMod val="103000"/>
                  <a:lumMod val="102000"/>
                  <a:tint val="94000"/>
                </a:schemeClr>
              </a:gs>
              <a:gs pos="50000">
                <a:schemeClr val="accent6">
                  <a:tint val="39000"/>
                  <a:satMod val="110000"/>
                  <a:lumMod val="100000"/>
                  <a:shade val="100000"/>
                </a:schemeClr>
              </a:gs>
              <a:gs pos="100000">
                <a:schemeClr val="accent6">
                  <a:tint val="39000"/>
                  <a:lumMod val="99000"/>
                  <a:satMod val="120000"/>
                  <a:shade val="78000"/>
                </a:schemeClr>
              </a:gs>
            </a:gsLst>
            <a:lin ang="5400000" scaled="0"/>
          </a:gradFill>
          <a:ln>
            <a:noFill/>
          </a:ln>
          <a:effectLst/>
        </c:spPr>
      </c:pivotFmt>
      <c:pivotFmt>
        <c:idx val="416"/>
        <c:spPr>
          <a:gradFill rotWithShape="1">
            <a:gsLst>
              <a:gs pos="0">
                <a:schemeClr val="accent6">
                  <a:tint val="38000"/>
                  <a:satMod val="103000"/>
                  <a:lumMod val="102000"/>
                  <a:tint val="94000"/>
                </a:schemeClr>
              </a:gs>
              <a:gs pos="50000">
                <a:schemeClr val="accent6">
                  <a:tint val="38000"/>
                  <a:satMod val="110000"/>
                  <a:lumMod val="100000"/>
                  <a:shade val="100000"/>
                </a:schemeClr>
              </a:gs>
              <a:gs pos="100000">
                <a:schemeClr val="accent6">
                  <a:tint val="38000"/>
                  <a:lumMod val="99000"/>
                  <a:satMod val="120000"/>
                  <a:shade val="78000"/>
                </a:schemeClr>
              </a:gs>
            </a:gsLst>
            <a:lin ang="5400000" scaled="0"/>
          </a:gradFill>
          <a:ln>
            <a:noFill/>
          </a:ln>
          <a:effectLst/>
        </c:spPr>
      </c:pivotFmt>
      <c:pivotFmt>
        <c:idx val="417"/>
        <c:spPr>
          <a:gradFill rotWithShape="1">
            <a:gsLst>
              <a:gs pos="0">
                <a:schemeClr val="accent6">
                  <a:tint val="37000"/>
                  <a:satMod val="103000"/>
                  <a:lumMod val="102000"/>
                  <a:tint val="94000"/>
                </a:schemeClr>
              </a:gs>
              <a:gs pos="50000">
                <a:schemeClr val="accent6">
                  <a:tint val="37000"/>
                  <a:satMod val="110000"/>
                  <a:lumMod val="100000"/>
                  <a:shade val="100000"/>
                </a:schemeClr>
              </a:gs>
              <a:gs pos="100000">
                <a:schemeClr val="accent6">
                  <a:tint val="37000"/>
                  <a:lumMod val="99000"/>
                  <a:satMod val="120000"/>
                  <a:shade val="78000"/>
                </a:schemeClr>
              </a:gs>
            </a:gsLst>
            <a:lin ang="5400000" scaled="0"/>
          </a:gradFill>
          <a:ln>
            <a:noFill/>
          </a:ln>
          <a:effectLst/>
        </c:spPr>
      </c:pivotFmt>
      <c:pivotFmt>
        <c:idx val="418"/>
        <c:spPr>
          <a:gradFill rotWithShape="1">
            <a:gsLst>
              <a:gs pos="0">
                <a:schemeClr val="accent6">
                  <a:tint val="36000"/>
                  <a:satMod val="103000"/>
                  <a:lumMod val="102000"/>
                  <a:tint val="94000"/>
                </a:schemeClr>
              </a:gs>
              <a:gs pos="50000">
                <a:schemeClr val="accent6">
                  <a:tint val="36000"/>
                  <a:satMod val="110000"/>
                  <a:lumMod val="100000"/>
                  <a:shade val="100000"/>
                </a:schemeClr>
              </a:gs>
              <a:gs pos="100000">
                <a:schemeClr val="accent6">
                  <a:tint val="36000"/>
                  <a:lumMod val="99000"/>
                  <a:satMod val="120000"/>
                  <a:shade val="78000"/>
                </a:schemeClr>
              </a:gs>
            </a:gsLst>
            <a:lin ang="5400000" scaled="0"/>
          </a:gradFill>
          <a:ln>
            <a:noFill/>
          </a:ln>
          <a:effectLst/>
        </c:spPr>
      </c:pivotFmt>
      <c:pivotFmt>
        <c:idx val="419"/>
        <c:spPr>
          <a:gradFill rotWithShape="1">
            <a:gsLst>
              <a:gs pos="0">
                <a:schemeClr val="accent6">
                  <a:tint val="35000"/>
                  <a:satMod val="103000"/>
                  <a:lumMod val="102000"/>
                  <a:tint val="94000"/>
                </a:schemeClr>
              </a:gs>
              <a:gs pos="50000">
                <a:schemeClr val="accent6">
                  <a:tint val="35000"/>
                  <a:satMod val="110000"/>
                  <a:lumMod val="100000"/>
                  <a:shade val="100000"/>
                </a:schemeClr>
              </a:gs>
              <a:gs pos="100000">
                <a:schemeClr val="accent6">
                  <a:tint val="35000"/>
                  <a:lumMod val="99000"/>
                  <a:satMod val="120000"/>
                  <a:shade val="78000"/>
                </a:schemeClr>
              </a:gs>
            </a:gsLst>
            <a:lin ang="5400000" scaled="0"/>
          </a:gradFill>
          <a:ln>
            <a:noFill/>
          </a:ln>
          <a:effectLst/>
        </c:spPr>
      </c:pivotFmt>
      <c:pivotFmt>
        <c:idx val="420"/>
        <c:spPr>
          <a:gradFill rotWithShape="1">
            <a:gsLst>
              <a:gs pos="0">
                <a:schemeClr val="accent6">
                  <a:tint val="34000"/>
                  <a:satMod val="103000"/>
                  <a:lumMod val="102000"/>
                  <a:tint val="94000"/>
                </a:schemeClr>
              </a:gs>
              <a:gs pos="50000">
                <a:schemeClr val="accent6">
                  <a:tint val="34000"/>
                  <a:satMod val="110000"/>
                  <a:lumMod val="100000"/>
                  <a:shade val="100000"/>
                </a:schemeClr>
              </a:gs>
              <a:gs pos="100000">
                <a:schemeClr val="accent6">
                  <a:tint val="34000"/>
                  <a:lumMod val="99000"/>
                  <a:satMod val="120000"/>
                  <a:shade val="78000"/>
                </a:schemeClr>
              </a:gs>
            </a:gsLst>
            <a:lin ang="5400000" scaled="0"/>
          </a:gradFill>
          <a:ln>
            <a:noFill/>
          </a:ln>
          <a:effectLst/>
        </c:spPr>
      </c:pivotFmt>
      <c:pivotFmt>
        <c:idx val="421"/>
        <c:spPr>
          <a:gradFill rotWithShape="1">
            <a:gsLst>
              <a:gs pos="0">
                <a:schemeClr val="accent6">
                  <a:tint val="33000"/>
                  <a:satMod val="103000"/>
                  <a:lumMod val="102000"/>
                  <a:tint val="94000"/>
                </a:schemeClr>
              </a:gs>
              <a:gs pos="50000">
                <a:schemeClr val="accent6">
                  <a:tint val="33000"/>
                  <a:satMod val="110000"/>
                  <a:lumMod val="100000"/>
                  <a:shade val="100000"/>
                </a:schemeClr>
              </a:gs>
              <a:gs pos="100000">
                <a:schemeClr val="accent6">
                  <a:tint val="33000"/>
                  <a:lumMod val="99000"/>
                  <a:satMod val="120000"/>
                  <a:shade val="78000"/>
                </a:schemeClr>
              </a:gs>
            </a:gsLst>
            <a:lin ang="5400000" scaled="0"/>
          </a:gradFill>
          <a:ln>
            <a:noFill/>
          </a:ln>
          <a:effectLst/>
        </c:spPr>
      </c:pivotFmt>
      <c:pivotFmt>
        <c:idx val="422"/>
        <c:spPr>
          <a:gradFill rotWithShape="1">
            <a:gsLst>
              <a:gs pos="0">
                <a:schemeClr val="accent6">
                  <a:tint val="32000"/>
                  <a:satMod val="103000"/>
                  <a:lumMod val="102000"/>
                  <a:tint val="94000"/>
                </a:schemeClr>
              </a:gs>
              <a:gs pos="50000">
                <a:schemeClr val="accent6">
                  <a:tint val="32000"/>
                  <a:satMod val="110000"/>
                  <a:lumMod val="100000"/>
                  <a:shade val="100000"/>
                </a:schemeClr>
              </a:gs>
              <a:gs pos="100000">
                <a:schemeClr val="accent6">
                  <a:tint val="32000"/>
                  <a:lumMod val="99000"/>
                  <a:satMod val="120000"/>
                  <a:shade val="78000"/>
                </a:schemeClr>
              </a:gs>
            </a:gsLst>
            <a:lin ang="5400000" scaled="0"/>
          </a:gradFill>
          <a:ln>
            <a:noFill/>
          </a:ln>
          <a:effectLst/>
        </c:spPr>
      </c:pivotFmt>
      <c:pivotFmt>
        <c:idx val="423"/>
        <c:spPr>
          <a:gradFill rotWithShape="1">
            <a:gsLst>
              <a:gs pos="0">
                <a:schemeClr val="accent6">
                  <a:tint val="31000"/>
                  <a:satMod val="103000"/>
                  <a:lumMod val="102000"/>
                  <a:tint val="94000"/>
                </a:schemeClr>
              </a:gs>
              <a:gs pos="50000">
                <a:schemeClr val="accent6">
                  <a:tint val="31000"/>
                  <a:satMod val="110000"/>
                  <a:lumMod val="100000"/>
                  <a:shade val="100000"/>
                </a:schemeClr>
              </a:gs>
              <a:gs pos="100000">
                <a:schemeClr val="accent6">
                  <a:tint val="31000"/>
                  <a:lumMod val="99000"/>
                  <a:satMod val="120000"/>
                  <a:shade val="78000"/>
                </a:schemeClr>
              </a:gs>
            </a:gsLst>
            <a:lin ang="5400000" scaled="0"/>
          </a:gradFill>
          <a:ln>
            <a:noFill/>
          </a:ln>
          <a:effectLst/>
        </c:spPr>
      </c:pivotFmt>
      <c:pivotFmt>
        <c:idx val="424"/>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5"/>
        <c:spPr>
          <a:gradFill rotWithShape="1">
            <a:gsLst>
              <a:gs pos="0">
                <a:schemeClr val="accent6">
                  <a:shade val="30000"/>
                  <a:satMod val="103000"/>
                  <a:lumMod val="102000"/>
                  <a:tint val="94000"/>
                </a:schemeClr>
              </a:gs>
              <a:gs pos="50000">
                <a:schemeClr val="accent6">
                  <a:shade val="30000"/>
                  <a:satMod val="110000"/>
                  <a:lumMod val="100000"/>
                  <a:shade val="100000"/>
                </a:schemeClr>
              </a:gs>
              <a:gs pos="100000">
                <a:schemeClr val="accent6">
                  <a:shade val="30000"/>
                  <a:lumMod val="99000"/>
                  <a:satMod val="120000"/>
                  <a:shade val="78000"/>
                </a:schemeClr>
              </a:gs>
            </a:gsLst>
            <a:lin ang="5400000" scaled="0"/>
          </a:gradFill>
          <a:ln>
            <a:noFill/>
          </a:ln>
          <a:effectLst/>
        </c:spPr>
      </c:pivotFmt>
      <c:pivotFmt>
        <c:idx val="426"/>
        <c:spPr>
          <a:gradFill rotWithShape="1">
            <a:gsLst>
              <a:gs pos="0">
                <a:schemeClr val="accent6">
                  <a:shade val="31000"/>
                  <a:satMod val="103000"/>
                  <a:lumMod val="102000"/>
                  <a:tint val="94000"/>
                </a:schemeClr>
              </a:gs>
              <a:gs pos="50000">
                <a:schemeClr val="accent6">
                  <a:shade val="31000"/>
                  <a:satMod val="110000"/>
                  <a:lumMod val="100000"/>
                  <a:shade val="100000"/>
                </a:schemeClr>
              </a:gs>
              <a:gs pos="100000">
                <a:schemeClr val="accent6">
                  <a:shade val="31000"/>
                  <a:lumMod val="99000"/>
                  <a:satMod val="120000"/>
                  <a:shade val="78000"/>
                </a:schemeClr>
              </a:gs>
            </a:gsLst>
            <a:lin ang="5400000" scaled="0"/>
          </a:gradFill>
          <a:ln>
            <a:noFill/>
          </a:ln>
          <a:effectLst/>
        </c:spPr>
      </c:pivotFmt>
      <c:pivotFmt>
        <c:idx val="427"/>
        <c:spPr>
          <a:gradFill rotWithShape="1">
            <a:gsLst>
              <a:gs pos="0">
                <a:schemeClr val="accent6">
                  <a:shade val="32000"/>
                  <a:satMod val="103000"/>
                  <a:lumMod val="102000"/>
                  <a:tint val="94000"/>
                </a:schemeClr>
              </a:gs>
              <a:gs pos="50000">
                <a:schemeClr val="accent6">
                  <a:shade val="32000"/>
                  <a:satMod val="110000"/>
                  <a:lumMod val="100000"/>
                  <a:shade val="100000"/>
                </a:schemeClr>
              </a:gs>
              <a:gs pos="100000">
                <a:schemeClr val="accent6">
                  <a:shade val="32000"/>
                  <a:lumMod val="99000"/>
                  <a:satMod val="120000"/>
                  <a:shade val="78000"/>
                </a:schemeClr>
              </a:gs>
            </a:gsLst>
            <a:lin ang="5400000" scaled="0"/>
          </a:gradFill>
          <a:ln>
            <a:noFill/>
          </a:ln>
          <a:effectLst/>
        </c:spPr>
      </c:pivotFmt>
      <c:pivotFmt>
        <c:idx val="428"/>
        <c:spPr>
          <a:gradFill rotWithShape="1">
            <a:gsLst>
              <a:gs pos="0">
                <a:schemeClr val="accent6">
                  <a:shade val="33000"/>
                  <a:satMod val="103000"/>
                  <a:lumMod val="102000"/>
                  <a:tint val="94000"/>
                </a:schemeClr>
              </a:gs>
              <a:gs pos="50000">
                <a:schemeClr val="accent6">
                  <a:shade val="33000"/>
                  <a:satMod val="110000"/>
                  <a:lumMod val="100000"/>
                  <a:shade val="100000"/>
                </a:schemeClr>
              </a:gs>
              <a:gs pos="100000">
                <a:schemeClr val="accent6">
                  <a:shade val="33000"/>
                  <a:lumMod val="99000"/>
                  <a:satMod val="120000"/>
                  <a:shade val="78000"/>
                </a:schemeClr>
              </a:gs>
            </a:gsLst>
            <a:lin ang="5400000" scaled="0"/>
          </a:gradFill>
          <a:ln>
            <a:noFill/>
          </a:ln>
          <a:effectLst/>
        </c:spPr>
      </c:pivotFmt>
      <c:pivotFmt>
        <c:idx val="429"/>
        <c:spPr>
          <a:gradFill rotWithShape="1">
            <a:gsLst>
              <a:gs pos="0">
                <a:schemeClr val="accent6">
                  <a:shade val="34000"/>
                  <a:satMod val="103000"/>
                  <a:lumMod val="102000"/>
                  <a:tint val="94000"/>
                </a:schemeClr>
              </a:gs>
              <a:gs pos="50000">
                <a:schemeClr val="accent6">
                  <a:shade val="34000"/>
                  <a:satMod val="110000"/>
                  <a:lumMod val="100000"/>
                  <a:shade val="100000"/>
                </a:schemeClr>
              </a:gs>
              <a:gs pos="100000">
                <a:schemeClr val="accent6">
                  <a:shade val="34000"/>
                  <a:lumMod val="99000"/>
                  <a:satMod val="120000"/>
                  <a:shade val="78000"/>
                </a:schemeClr>
              </a:gs>
            </a:gsLst>
            <a:lin ang="5400000" scaled="0"/>
          </a:gradFill>
          <a:ln>
            <a:noFill/>
          </a:ln>
          <a:effectLst/>
        </c:spPr>
      </c:pivotFmt>
      <c:pivotFmt>
        <c:idx val="430"/>
        <c:spPr>
          <a:gradFill rotWithShape="1">
            <a:gsLst>
              <a:gs pos="0">
                <a:schemeClr val="accent6">
                  <a:shade val="35000"/>
                  <a:satMod val="103000"/>
                  <a:lumMod val="102000"/>
                  <a:tint val="94000"/>
                </a:schemeClr>
              </a:gs>
              <a:gs pos="50000">
                <a:schemeClr val="accent6">
                  <a:shade val="35000"/>
                  <a:satMod val="110000"/>
                  <a:lumMod val="100000"/>
                  <a:shade val="100000"/>
                </a:schemeClr>
              </a:gs>
              <a:gs pos="100000">
                <a:schemeClr val="accent6">
                  <a:shade val="35000"/>
                  <a:lumMod val="99000"/>
                  <a:satMod val="120000"/>
                  <a:shade val="78000"/>
                </a:schemeClr>
              </a:gs>
            </a:gsLst>
            <a:lin ang="5400000" scaled="0"/>
          </a:gradFill>
          <a:ln>
            <a:noFill/>
          </a:ln>
          <a:effectLst/>
        </c:spPr>
      </c:pivotFmt>
      <c:pivotFmt>
        <c:idx val="431"/>
        <c:spPr>
          <a:gradFill rotWithShape="1">
            <a:gsLst>
              <a:gs pos="0">
                <a:schemeClr val="accent6">
                  <a:shade val="36000"/>
                  <a:satMod val="103000"/>
                  <a:lumMod val="102000"/>
                  <a:tint val="94000"/>
                </a:schemeClr>
              </a:gs>
              <a:gs pos="50000">
                <a:schemeClr val="accent6">
                  <a:shade val="36000"/>
                  <a:satMod val="110000"/>
                  <a:lumMod val="100000"/>
                  <a:shade val="100000"/>
                </a:schemeClr>
              </a:gs>
              <a:gs pos="100000">
                <a:schemeClr val="accent6">
                  <a:shade val="36000"/>
                  <a:lumMod val="99000"/>
                  <a:satMod val="120000"/>
                  <a:shade val="78000"/>
                </a:schemeClr>
              </a:gs>
            </a:gsLst>
            <a:lin ang="5400000" scaled="0"/>
          </a:gradFill>
          <a:ln>
            <a:noFill/>
          </a:ln>
          <a:effectLst/>
        </c:spPr>
      </c:pivotFmt>
      <c:pivotFmt>
        <c:idx val="432"/>
        <c:spPr>
          <a:gradFill rotWithShape="1">
            <a:gsLst>
              <a:gs pos="0">
                <a:schemeClr val="accent6">
                  <a:shade val="37000"/>
                  <a:satMod val="103000"/>
                  <a:lumMod val="102000"/>
                  <a:tint val="94000"/>
                </a:schemeClr>
              </a:gs>
              <a:gs pos="50000">
                <a:schemeClr val="accent6">
                  <a:shade val="37000"/>
                  <a:satMod val="110000"/>
                  <a:lumMod val="100000"/>
                  <a:shade val="100000"/>
                </a:schemeClr>
              </a:gs>
              <a:gs pos="100000">
                <a:schemeClr val="accent6">
                  <a:shade val="37000"/>
                  <a:lumMod val="99000"/>
                  <a:satMod val="120000"/>
                  <a:shade val="78000"/>
                </a:schemeClr>
              </a:gs>
            </a:gsLst>
            <a:lin ang="5400000" scaled="0"/>
          </a:gradFill>
          <a:ln>
            <a:noFill/>
          </a:ln>
          <a:effectLst/>
        </c:spPr>
      </c:pivotFmt>
      <c:pivotFmt>
        <c:idx val="433"/>
        <c:spPr>
          <a:gradFill rotWithShape="1">
            <a:gsLst>
              <a:gs pos="0">
                <a:schemeClr val="accent6">
                  <a:shade val="38000"/>
                  <a:satMod val="103000"/>
                  <a:lumMod val="102000"/>
                  <a:tint val="94000"/>
                </a:schemeClr>
              </a:gs>
              <a:gs pos="50000">
                <a:schemeClr val="accent6">
                  <a:shade val="38000"/>
                  <a:satMod val="110000"/>
                  <a:lumMod val="100000"/>
                  <a:shade val="100000"/>
                </a:schemeClr>
              </a:gs>
              <a:gs pos="100000">
                <a:schemeClr val="accent6">
                  <a:shade val="38000"/>
                  <a:lumMod val="99000"/>
                  <a:satMod val="120000"/>
                  <a:shade val="78000"/>
                </a:schemeClr>
              </a:gs>
            </a:gsLst>
            <a:lin ang="5400000" scaled="0"/>
          </a:gradFill>
          <a:ln>
            <a:noFill/>
          </a:ln>
          <a:effectLst/>
        </c:spPr>
      </c:pivotFmt>
      <c:pivotFmt>
        <c:idx val="434"/>
        <c:spPr>
          <a:gradFill rotWithShape="1">
            <a:gsLst>
              <a:gs pos="0">
                <a:schemeClr val="accent6">
                  <a:shade val="39000"/>
                  <a:satMod val="103000"/>
                  <a:lumMod val="102000"/>
                  <a:tint val="94000"/>
                </a:schemeClr>
              </a:gs>
              <a:gs pos="50000">
                <a:schemeClr val="accent6">
                  <a:shade val="39000"/>
                  <a:satMod val="110000"/>
                  <a:lumMod val="100000"/>
                  <a:shade val="100000"/>
                </a:schemeClr>
              </a:gs>
              <a:gs pos="100000">
                <a:schemeClr val="accent6">
                  <a:shade val="39000"/>
                  <a:lumMod val="99000"/>
                  <a:satMod val="120000"/>
                  <a:shade val="78000"/>
                </a:schemeClr>
              </a:gs>
            </a:gsLst>
            <a:lin ang="5400000" scaled="0"/>
          </a:gradFill>
          <a:ln>
            <a:noFill/>
          </a:ln>
          <a:effectLst/>
        </c:spPr>
      </c:pivotFmt>
      <c:pivotFmt>
        <c:idx val="435"/>
        <c:spPr>
          <a:gradFill rotWithShape="1">
            <a:gsLst>
              <a:gs pos="0">
                <a:schemeClr val="accent6">
                  <a:shade val="40000"/>
                  <a:satMod val="103000"/>
                  <a:lumMod val="102000"/>
                  <a:tint val="94000"/>
                </a:schemeClr>
              </a:gs>
              <a:gs pos="50000">
                <a:schemeClr val="accent6">
                  <a:shade val="40000"/>
                  <a:satMod val="110000"/>
                  <a:lumMod val="100000"/>
                  <a:shade val="100000"/>
                </a:schemeClr>
              </a:gs>
              <a:gs pos="100000">
                <a:schemeClr val="accent6">
                  <a:shade val="40000"/>
                  <a:lumMod val="99000"/>
                  <a:satMod val="120000"/>
                  <a:shade val="78000"/>
                </a:schemeClr>
              </a:gs>
            </a:gsLst>
            <a:lin ang="5400000" scaled="0"/>
          </a:gradFill>
          <a:ln>
            <a:noFill/>
          </a:ln>
          <a:effectLst/>
        </c:spPr>
      </c:pivotFmt>
      <c:pivotFmt>
        <c:idx val="436"/>
        <c:spPr>
          <a:gradFill rotWithShape="1">
            <a:gsLst>
              <a:gs pos="0">
                <a:schemeClr val="accent6">
                  <a:shade val="41000"/>
                  <a:satMod val="103000"/>
                  <a:lumMod val="102000"/>
                  <a:tint val="94000"/>
                </a:schemeClr>
              </a:gs>
              <a:gs pos="50000">
                <a:schemeClr val="accent6">
                  <a:shade val="41000"/>
                  <a:satMod val="110000"/>
                  <a:lumMod val="100000"/>
                  <a:shade val="100000"/>
                </a:schemeClr>
              </a:gs>
              <a:gs pos="100000">
                <a:schemeClr val="accent6">
                  <a:shade val="41000"/>
                  <a:lumMod val="99000"/>
                  <a:satMod val="120000"/>
                  <a:shade val="78000"/>
                </a:schemeClr>
              </a:gs>
            </a:gsLst>
            <a:lin ang="5400000" scaled="0"/>
          </a:gradFill>
          <a:ln>
            <a:noFill/>
          </a:ln>
          <a:effectLst/>
        </c:spPr>
      </c:pivotFmt>
      <c:pivotFmt>
        <c:idx val="437"/>
        <c:spPr>
          <a:gradFill rotWithShape="1">
            <a:gsLst>
              <a:gs pos="0">
                <a:schemeClr val="accent6">
                  <a:shade val="42000"/>
                  <a:satMod val="103000"/>
                  <a:lumMod val="102000"/>
                  <a:tint val="94000"/>
                </a:schemeClr>
              </a:gs>
              <a:gs pos="50000">
                <a:schemeClr val="accent6">
                  <a:shade val="42000"/>
                  <a:satMod val="110000"/>
                  <a:lumMod val="100000"/>
                  <a:shade val="100000"/>
                </a:schemeClr>
              </a:gs>
              <a:gs pos="100000">
                <a:schemeClr val="accent6">
                  <a:shade val="42000"/>
                  <a:lumMod val="99000"/>
                  <a:satMod val="120000"/>
                  <a:shade val="78000"/>
                </a:schemeClr>
              </a:gs>
            </a:gsLst>
            <a:lin ang="5400000" scaled="0"/>
          </a:gradFill>
          <a:ln>
            <a:noFill/>
          </a:ln>
          <a:effectLst/>
        </c:spPr>
      </c:pivotFmt>
      <c:pivotFmt>
        <c:idx val="438"/>
        <c:spPr>
          <a:gradFill rotWithShape="1">
            <a:gsLst>
              <a:gs pos="0">
                <a:schemeClr val="accent6">
                  <a:shade val="43000"/>
                  <a:satMod val="103000"/>
                  <a:lumMod val="102000"/>
                  <a:tint val="94000"/>
                </a:schemeClr>
              </a:gs>
              <a:gs pos="50000">
                <a:schemeClr val="accent6">
                  <a:shade val="43000"/>
                  <a:satMod val="110000"/>
                  <a:lumMod val="100000"/>
                  <a:shade val="100000"/>
                </a:schemeClr>
              </a:gs>
              <a:gs pos="100000">
                <a:schemeClr val="accent6">
                  <a:shade val="43000"/>
                  <a:lumMod val="99000"/>
                  <a:satMod val="120000"/>
                  <a:shade val="78000"/>
                </a:schemeClr>
              </a:gs>
            </a:gsLst>
            <a:lin ang="5400000" scaled="0"/>
          </a:gradFill>
          <a:ln>
            <a:noFill/>
          </a:ln>
          <a:effectLst/>
        </c:spPr>
      </c:pivotFmt>
      <c:pivotFmt>
        <c:idx val="439"/>
        <c:spPr>
          <a:gradFill rotWithShape="1">
            <a:gsLst>
              <a:gs pos="0">
                <a:schemeClr val="accent6">
                  <a:shade val="44000"/>
                  <a:satMod val="103000"/>
                  <a:lumMod val="102000"/>
                  <a:tint val="94000"/>
                </a:schemeClr>
              </a:gs>
              <a:gs pos="50000">
                <a:schemeClr val="accent6">
                  <a:shade val="44000"/>
                  <a:satMod val="110000"/>
                  <a:lumMod val="100000"/>
                  <a:shade val="100000"/>
                </a:schemeClr>
              </a:gs>
              <a:gs pos="100000">
                <a:schemeClr val="accent6">
                  <a:shade val="44000"/>
                  <a:lumMod val="99000"/>
                  <a:satMod val="120000"/>
                  <a:shade val="78000"/>
                </a:schemeClr>
              </a:gs>
            </a:gsLst>
            <a:lin ang="5400000" scaled="0"/>
          </a:gradFill>
          <a:ln>
            <a:noFill/>
          </a:ln>
          <a:effectLst/>
        </c:spPr>
      </c:pivotFmt>
      <c:pivotFmt>
        <c:idx val="440"/>
        <c:spPr>
          <a:gradFill rotWithShape="1">
            <a:gsLst>
              <a:gs pos="0">
                <a:schemeClr val="accent6">
                  <a:shade val="45000"/>
                  <a:satMod val="103000"/>
                  <a:lumMod val="102000"/>
                  <a:tint val="94000"/>
                </a:schemeClr>
              </a:gs>
              <a:gs pos="50000">
                <a:schemeClr val="accent6">
                  <a:shade val="45000"/>
                  <a:satMod val="110000"/>
                  <a:lumMod val="100000"/>
                  <a:shade val="100000"/>
                </a:schemeClr>
              </a:gs>
              <a:gs pos="100000">
                <a:schemeClr val="accent6">
                  <a:shade val="45000"/>
                  <a:lumMod val="99000"/>
                  <a:satMod val="120000"/>
                  <a:shade val="78000"/>
                </a:schemeClr>
              </a:gs>
            </a:gsLst>
            <a:lin ang="5400000" scaled="0"/>
          </a:gradFill>
          <a:ln>
            <a:noFill/>
          </a:ln>
          <a:effectLst/>
        </c:spPr>
      </c:pivotFmt>
      <c:pivotFmt>
        <c:idx val="441"/>
        <c:spPr>
          <a:gradFill rotWithShape="1">
            <a:gsLst>
              <a:gs pos="0">
                <a:schemeClr val="accent6">
                  <a:shade val="46000"/>
                  <a:satMod val="103000"/>
                  <a:lumMod val="102000"/>
                  <a:tint val="94000"/>
                </a:schemeClr>
              </a:gs>
              <a:gs pos="50000">
                <a:schemeClr val="accent6">
                  <a:shade val="46000"/>
                  <a:satMod val="110000"/>
                  <a:lumMod val="100000"/>
                  <a:shade val="100000"/>
                </a:schemeClr>
              </a:gs>
              <a:gs pos="100000">
                <a:schemeClr val="accent6">
                  <a:shade val="46000"/>
                  <a:lumMod val="99000"/>
                  <a:satMod val="120000"/>
                  <a:shade val="78000"/>
                </a:schemeClr>
              </a:gs>
            </a:gsLst>
            <a:lin ang="5400000" scaled="0"/>
          </a:gradFill>
          <a:ln>
            <a:noFill/>
          </a:ln>
          <a:effectLst/>
        </c:spPr>
      </c:pivotFmt>
      <c:pivotFmt>
        <c:idx val="442"/>
        <c:spPr>
          <a:gradFill rotWithShape="1">
            <a:gsLst>
              <a:gs pos="0">
                <a:schemeClr val="accent6">
                  <a:shade val="47000"/>
                  <a:satMod val="103000"/>
                  <a:lumMod val="102000"/>
                  <a:tint val="94000"/>
                </a:schemeClr>
              </a:gs>
              <a:gs pos="50000">
                <a:schemeClr val="accent6">
                  <a:shade val="47000"/>
                  <a:satMod val="110000"/>
                  <a:lumMod val="100000"/>
                  <a:shade val="100000"/>
                </a:schemeClr>
              </a:gs>
              <a:gs pos="100000">
                <a:schemeClr val="accent6">
                  <a:shade val="47000"/>
                  <a:lumMod val="99000"/>
                  <a:satMod val="120000"/>
                  <a:shade val="78000"/>
                </a:schemeClr>
              </a:gs>
            </a:gsLst>
            <a:lin ang="5400000" scaled="0"/>
          </a:gradFill>
          <a:ln>
            <a:noFill/>
          </a:ln>
          <a:effectLst/>
        </c:spPr>
      </c:pivotFmt>
      <c:pivotFmt>
        <c:idx val="443"/>
        <c:spPr>
          <a:gradFill rotWithShape="1">
            <a:gsLst>
              <a:gs pos="0">
                <a:schemeClr val="accent6">
                  <a:shade val="48000"/>
                  <a:satMod val="103000"/>
                  <a:lumMod val="102000"/>
                  <a:tint val="94000"/>
                </a:schemeClr>
              </a:gs>
              <a:gs pos="50000">
                <a:schemeClr val="accent6">
                  <a:shade val="48000"/>
                  <a:satMod val="110000"/>
                  <a:lumMod val="100000"/>
                  <a:shade val="100000"/>
                </a:schemeClr>
              </a:gs>
              <a:gs pos="100000">
                <a:schemeClr val="accent6">
                  <a:shade val="48000"/>
                  <a:lumMod val="99000"/>
                  <a:satMod val="120000"/>
                  <a:shade val="78000"/>
                </a:schemeClr>
              </a:gs>
            </a:gsLst>
            <a:lin ang="5400000" scaled="0"/>
          </a:gradFill>
          <a:ln>
            <a:noFill/>
          </a:ln>
          <a:effectLst/>
        </c:spPr>
      </c:pivotFmt>
      <c:pivotFmt>
        <c:idx val="444"/>
        <c:spPr>
          <a:gradFill rotWithShape="1">
            <a:gsLst>
              <a:gs pos="0">
                <a:schemeClr val="accent6">
                  <a:shade val="49000"/>
                  <a:satMod val="103000"/>
                  <a:lumMod val="102000"/>
                  <a:tint val="94000"/>
                </a:schemeClr>
              </a:gs>
              <a:gs pos="50000">
                <a:schemeClr val="accent6">
                  <a:shade val="49000"/>
                  <a:satMod val="110000"/>
                  <a:lumMod val="100000"/>
                  <a:shade val="100000"/>
                </a:schemeClr>
              </a:gs>
              <a:gs pos="100000">
                <a:schemeClr val="accent6">
                  <a:shade val="49000"/>
                  <a:lumMod val="99000"/>
                  <a:satMod val="120000"/>
                  <a:shade val="78000"/>
                </a:schemeClr>
              </a:gs>
            </a:gsLst>
            <a:lin ang="5400000" scaled="0"/>
          </a:gradFill>
          <a:ln>
            <a:noFill/>
          </a:ln>
          <a:effectLst/>
        </c:spPr>
      </c:pivotFmt>
      <c:pivotFmt>
        <c:idx val="445"/>
        <c:spPr>
          <a:gradFill rotWithShape="1">
            <a:gsLst>
              <a:gs pos="0">
                <a:schemeClr val="accent6">
                  <a:shade val="50000"/>
                  <a:satMod val="103000"/>
                  <a:lumMod val="102000"/>
                  <a:tint val="94000"/>
                </a:schemeClr>
              </a:gs>
              <a:gs pos="50000">
                <a:schemeClr val="accent6">
                  <a:shade val="50000"/>
                  <a:satMod val="110000"/>
                  <a:lumMod val="100000"/>
                  <a:shade val="100000"/>
                </a:schemeClr>
              </a:gs>
              <a:gs pos="100000">
                <a:schemeClr val="accent6">
                  <a:shade val="50000"/>
                  <a:lumMod val="99000"/>
                  <a:satMod val="120000"/>
                  <a:shade val="78000"/>
                </a:schemeClr>
              </a:gs>
            </a:gsLst>
            <a:lin ang="5400000" scaled="0"/>
          </a:gradFill>
          <a:ln>
            <a:noFill/>
          </a:ln>
          <a:effectLst/>
        </c:spPr>
      </c:pivotFmt>
      <c:pivotFmt>
        <c:idx val="446"/>
        <c:spPr>
          <a:gradFill rotWithShape="1">
            <a:gsLst>
              <a:gs pos="0">
                <a:schemeClr val="accent6">
                  <a:shade val="51000"/>
                  <a:satMod val="103000"/>
                  <a:lumMod val="102000"/>
                  <a:tint val="94000"/>
                </a:schemeClr>
              </a:gs>
              <a:gs pos="50000">
                <a:schemeClr val="accent6">
                  <a:shade val="51000"/>
                  <a:satMod val="110000"/>
                  <a:lumMod val="100000"/>
                  <a:shade val="100000"/>
                </a:schemeClr>
              </a:gs>
              <a:gs pos="100000">
                <a:schemeClr val="accent6">
                  <a:shade val="51000"/>
                  <a:lumMod val="99000"/>
                  <a:satMod val="120000"/>
                  <a:shade val="78000"/>
                </a:schemeClr>
              </a:gs>
            </a:gsLst>
            <a:lin ang="5400000" scaled="0"/>
          </a:gradFill>
          <a:ln>
            <a:noFill/>
          </a:ln>
          <a:effectLst/>
        </c:spPr>
      </c:pivotFmt>
      <c:pivotFmt>
        <c:idx val="447"/>
        <c:spPr>
          <a:gradFill rotWithShape="1">
            <a:gsLst>
              <a:gs pos="0">
                <a:schemeClr val="accent6">
                  <a:shade val="52000"/>
                  <a:satMod val="103000"/>
                  <a:lumMod val="102000"/>
                  <a:tint val="94000"/>
                </a:schemeClr>
              </a:gs>
              <a:gs pos="50000">
                <a:schemeClr val="accent6">
                  <a:shade val="52000"/>
                  <a:satMod val="110000"/>
                  <a:lumMod val="100000"/>
                  <a:shade val="100000"/>
                </a:schemeClr>
              </a:gs>
              <a:gs pos="100000">
                <a:schemeClr val="accent6">
                  <a:shade val="52000"/>
                  <a:lumMod val="99000"/>
                  <a:satMod val="120000"/>
                  <a:shade val="78000"/>
                </a:schemeClr>
              </a:gs>
            </a:gsLst>
            <a:lin ang="5400000" scaled="0"/>
          </a:gradFill>
          <a:ln>
            <a:noFill/>
          </a:ln>
          <a:effectLst/>
        </c:spPr>
      </c:pivotFmt>
      <c:pivotFmt>
        <c:idx val="448"/>
        <c:spPr>
          <a:gradFill rotWithShape="1">
            <a:gsLst>
              <a:gs pos="0">
                <a:schemeClr val="accent6">
                  <a:shade val="53000"/>
                  <a:satMod val="103000"/>
                  <a:lumMod val="102000"/>
                  <a:tint val="94000"/>
                </a:schemeClr>
              </a:gs>
              <a:gs pos="50000">
                <a:schemeClr val="accent6">
                  <a:shade val="53000"/>
                  <a:satMod val="110000"/>
                  <a:lumMod val="100000"/>
                  <a:shade val="100000"/>
                </a:schemeClr>
              </a:gs>
              <a:gs pos="100000">
                <a:schemeClr val="accent6">
                  <a:shade val="53000"/>
                  <a:lumMod val="99000"/>
                  <a:satMod val="120000"/>
                  <a:shade val="78000"/>
                </a:schemeClr>
              </a:gs>
            </a:gsLst>
            <a:lin ang="5400000" scaled="0"/>
          </a:gradFill>
          <a:ln>
            <a:noFill/>
          </a:ln>
          <a:effectLst/>
        </c:spPr>
      </c:pivotFmt>
      <c:pivotFmt>
        <c:idx val="449"/>
        <c:spPr>
          <a:gradFill rotWithShape="1">
            <a:gsLst>
              <a:gs pos="0">
                <a:schemeClr val="accent6">
                  <a:shade val="54000"/>
                  <a:satMod val="103000"/>
                  <a:lumMod val="102000"/>
                  <a:tint val="94000"/>
                </a:schemeClr>
              </a:gs>
              <a:gs pos="50000">
                <a:schemeClr val="accent6">
                  <a:shade val="54000"/>
                  <a:satMod val="110000"/>
                  <a:lumMod val="100000"/>
                  <a:shade val="100000"/>
                </a:schemeClr>
              </a:gs>
              <a:gs pos="100000">
                <a:schemeClr val="accent6">
                  <a:shade val="54000"/>
                  <a:lumMod val="99000"/>
                  <a:satMod val="120000"/>
                  <a:shade val="78000"/>
                </a:schemeClr>
              </a:gs>
            </a:gsLst>
            <a:lin ang="5400000" scaled="0"/>
          </a:gradFill>
          <a:ln>
            <a:noFill/>
          </a:ln>
          <a:effectLst/>
        </c:spPr>
      </c:pivotFmt>
      <c:pivotFmt>
        <c:idx val="450"/>
        <c:spPr>
          <a:gradFill rotWithShape="1">
            <a:gsLst>
              <a:gs pos="0">
                <a:schemeClr val="accent6">
                  <a:shade val="55000"/>
                  <a:satMod val="103000"/>
                  <a:lumMod val="102000"/>
                  <a:tint val="94000"/>
                </a:schemeClr>
              </a:gs>
              <a:gs pos="50000">
                <a:schemeClr val="accent6">
                  <a:shade val="55000"/>
                  <a:satMod val="110000"/>
                  <a:lumMod val="100000"/>
                  <a:shade val="100000"/>
                </a:schemeClr>
              </a:gs>
              <a:gs pos="100000">
                <a:schemeClr val="accent6">
                  <a:shade val="55000"/>
                  <a:lumMod val="99000"/>
                  <a:satMod val="120000"/>
                  <a:shade val="78000"/>
                </a:schemeClr>
              </a:gs>
            </a:gsLst>
            <a:lin ang="5400000" scaled="0"/>
          </a:gradFill>
          <a:ln>
            <a:noFill/>
          </a:ln>
          <a:effectLst/>
        </c:spPr>
      </c:pivotFmt>
      <c:pivotFmt>
        <c:idx val="451"/>
        <c:spPr>
          <a:gradFill rotWithShape="1">
            <a:gsLst>
              <a:gs pos="0">
                <a:schemeClr val="accent6">
                  <a:shade val="56000"/>
                  <a:satMod val="103000"/>
                  <a:lumMod val="102000"/>
                  <a:tint val="94000"/>
                </a:schemeClr>
              </a:gs>
              <a:gs pos="50000">
                <a:schemeClr val="accent6">
                  <a:shade val="56000"/>
                  <a:satMod val="110000"/>
                  <a:lumMod val="100000"/>
                  <a:shade val="100000"/>
                </a:schemeClr>
              </a:gs>
              <a:gs pos="100000">
                <a:schemeClr val="accent6">
                  <a:shade val="56000"/>
                  <a:lumMod val="99000"/>
                  <a:satMod val="120000"/>
                  <a:shade val="78000"/>
                </a:schemeClr>
              </a:gs>
            </a:gsLst>
            <a:lin ang="5400000" scaled="0"/>
          </a:gradFill>
          <a:ln>
            <a:noFill/>
          </a:ln>
          <a:effectLst/>
        </c:spPr>
      </c:pivotFmt>
      <c:pivotFmt>
        <c:idx val="452"/>
        <c:spPr>
          <a:gradFill rotWithShape="1">
            <a:gsLst>
              <a:gs pos="0">
                <a:schemeClr val="accent6">
                  <a:shade val="57000"/>
                  <a:satMod val="103000"/>
                  <a:lumMod val="102000"/>
                  <a:tint val="94000"/>
                </a:schemeClr>
              </a:gs>
              <a:gs pos="50000">
                <a:schemeClr val="accent6">
                  <a:shade val="57000"/>
                  <a:satMod val="110000"/>
                  <a:lumMod val="100000"/>
                  <a:shade val="100000"/>
                </a:schemeClr>
              </a:gs>
              <a:gs pos="100000">
                <a:schemeClr val="accent6">
                  <a:shade val="57000"/>
                  <a:lumMod val="99000"/>
                  <a:satMod val="120000"/>
                  <a:shade val="78000"/>
                </a:schemeClr>
              </a:gs>
            </a:gsLst>
            <a:lin ang="5400000" scaled="0"/>
          </a:gradFill>
          <a:ln>
            <a:noFill/>
          </a:ln>
          <a:effectLst/>
        </c:spPr>
      </c:pivotFmt>
      <c:pivotFmt>
        <c:idx val="453"/>
        <c:spPr>
          <a:gradFill rotWithShape="1">
            <a:gsLst>
              <a:gs pos="0">
                <a:schemeClr val="accent6">
                  <a:shade val="58000"/>
                  <a:satMod val="103000"/>
                  <a:lumMod val="102000"/>
                  <a:tint val="94000"/>
                </a:schemeClr>
              </a:gs>
              <a:gs pos="50000">
                <a:schemeClr val="accent6">
                  <a:shade val="58000"/>
                  <a:satMod val="110000"/>
                  <a:lumMod val="100000"/>
                  <a:shade val="100000"/>
                </a:schemeClr>
              </a:gs>
              <a:gs pos="100000">
                <a:schemeClr val="accent6">
                  <a:shade val="58000"/>
                  <a:lumMod val="99000"/>
                  <a:satMod val="120000"/>
                  <a:shade val="78000"/>
                </a:schemeClr>
              </a:gs>
            </a:gsLst>
            <a:lin ang="5400000" scaled="0"/>
          </a:gradFill>
          <a:ln>
            <a:noFill/>
          </a:ln>
          <a:effectLst/>
        </c:spPr>
      </c:pivotFmt>
      <c:pivotFmt>
        <c:idx val="454"/>
        <c:spPr>
          <a:gradFill rotWithShape="1">
            <a:gsLst>
              <a:gs pos="0">
                <a:schemeClr val="accent6">
                  <a:shade val="59000"/>
                  <a:satMod val="103000"/>
                  <a:lumMod val="102000"/>
                  <a:tint val="94000"/>
                </a:schemeClr>
              </a:gs>
              <a:gs pos="50000">
                <a:schemeClr val="accent6">
                  <a:shade val="59000"/>
                  <a:satMod val="110000"/>
                  <a:lumMod val="100000"/>
                  <a:shade val="100000"/>
                </a:schemeClr>
              </a:gs>
              <a:gs pos="100000">
                <a:schemeClr val="accent6">
                  <a:shade val="59000"/>
                  <a:lumMod val="99000"/>
                  <a:satMod val="120000"/>
                  <a:shade val="78000"/>
                </a:schemeClr>
              </a:gs>
            </a:gsLst>
            <a:lin ang="5400000" scaled="0"/>
          </a:gradFill>
          <a:ln>
            <a:noFill/>
          </a:ln>
          <a:effectLst/>
        </c:spPr>
      </c:pivotFmt>
      <c:pivotFmt>
        <c:idx val="455"/>
        <c:spPr>
          <a:gradFill rotWithShape="1">
            <a:gsLst>
              <a:gs pos="0">
                <a:schemeClr val="accent6">
                  <a:shade val="60000"/>
                  <a:satMod val="103000"/>
                  <a:lumMod val="102000"/>
                  <a:tint val="94000"/>
                </a:schemeClr>
              </a:gs>
              <a:gs pos="50000">
                <a:schemeClr val="accent6">
                  <a:shade val="60000"/>
                  <a:satMod val="110000"/>
                  <a:lumMod val="100000"/>
                  <a:shade val="100000"/>
                </a:schemeClr>
              </a:gs>
              <a:gs pos="100000">
                <a:schemeClr val="accent6">
                  <a:shade val="60000"/>
                  <a:lumMod val="99000"/>
                  <a:satMod val="120000"/>
                  <a:shade val="78000"/>
                </a:schemeClr>
              </a:gs>
            </a:gsLst>
            <a:lin ang="5400000" scaled="0"/>
          </a:gradFill>
          <a:ln>
            <a:noFill/>
          </a:ln>
          <a:effectLst/>
        </c:spPr>
      </c:pivotFmt>
      <c:pivotFmt>
        <c:idx val="456"/>
        <c:spPr>
          <a:gradFill rotWithShape="1">
            <a:gsLst>
              <a:gs pos="0">
                <a:schemeClr val="accent6">
                  <a:shade val="61000"/>
                  <a:satMod val="103000"/>
                  <a:lumMod val="102000"/>
                  <a:tint val="94000"/>
                </a:schemeClr>
              </a:gs>
              <a:gs pos="50000">
                <a:schemeClr val="accent6">
                  <a:shade val="61000"/>
                  <a:satMod val="110000"/>
                  <a:lumMod val="100000"/>
                  <a:shade val="100000"/>
                </a:schemeClr>
              </a:gs>
              <a:gs pos="100000">
                <a:schemeClr val="accent6">
                  <a:shade val="61000"/>
                  <a:lumMod val="99000"/>
                  <a:satMod val="120000"/>
                  <a:shade val="78000"/>
                </a:schemeClr>
              </a:gs>
            </a:gsLst>
            <a:lin ang="5400000" scaled="0"/>
          </a:gradFill>
          <a:ln>
            <a:noFill/>
          </a:ln>
          <a:effectLst/>
        </c:spPr>
      </c:pivotFmt>
      <c:pivotFmt>
        <c:idx val="457"/>
        <c:spPr>
          <a:gradFill rotWithShape="1">
            <a:gsLst>
              <a:gs pos="0">
                <a:schemeClr val="accent6">
                  <a:shade val="62000"/>
                  <a:satMod val="103000"/>
                  <a:lumMod val="102000"/>
                  <a:tint val="94000"/>
                </a:schemeClr>
              </a:gs>
              <a:gs pos="50000">
                <a:schemeClr val="accent6">
                  <a:shade val="62000"/>
                  <a:satMod val="110000"/>
                  <a:lumMod val="100000"/>
                  <a:shade val="100000"/>
                </a:schemeClr>
              </a:gs>
              <a:gs pos="100000">
                <a:schemeClr val="accent6">
                  <a:shade val="62000"/>
                  <a:lumMod val="99000"/>
                  <a:satMod val="120000"/>
                  <a:shade val="78000"/>
                </a:schemeClr>
              </a:gs>
            </a:gsLst>
            <a:lin ang="5400000" scaled="0"/>
          </a:gradFill>
          <a:ln>
            <a:noFill/>
          </a:ln>
          <a:effectLst/>
        </c:spPr>
      </c:pivotFmt>
      <c:pivotFmt>
        <c:idx val="458"/>
        <c:spPr>
          <a:gradFill rotWithShape="1">
            <a:gsLst>
              <a:gs pos="0">
                <a:schemeClr val="accent6">
                  <a:shade val="63000"/>
                  <a:satMod val="103000"/>
                  <a:lumMod val="102000"/>
                  <a:tint val="94000"/>
                </a:schemeClr>
              </a:gs>
              <a:gs pos="50000">
                <a:schemeClr val="accent6">
                  <a:shade val="63000"/>
                  <a:satMod val="110000"/>
                  <a:lumMod val="100000"/>
                  <a:shade val="100000"/>
                </a:schemeClr>
              </a:gs>
              <a:gs pos="100000">
                <a:schemeClr val="accent6">
                  <a:shade val="63000"/>
                  <a:lumMod val="99000"/>
                  <a:satMod val="120000"/>
                  <a:shade val="78000"/>
                </a:schemeClr>
              </a:gs>
            </a:gsLst>
            <a:lin ang="5400000" scaled="0"/>
          </a:gradFill>
          <a:ln>
            <a:noFill/>
          </a:ln>
          <a:effectLst/>
        </c:spPr>
      </c:pivotFmt>
      <c:pivotFmt>
        <c:idx val="459"/>
        <c:spPr>
          <a:gradFill rotWithShape="1">
            <a:gsLst>
              <a:gs pos="0">
                <a:schemeClr val="accent6">
                  <a:shade val="64000"/>
                  <a:satMod val="103000"/>
                  <a:lumMod val="102000"/>
                  <a:tint val="94000"/>
                </a:schemeClr>
              </a:gs>
              <a:gs pos="50000">
                <a:schemeClr val="accent6">
                  <a:shade val="64000"/>
                  <a:satMod val="110000"/>
                  <a:lumMod val="100000"/>
                  <a:shade val="100000"/>
                </a:schemeClr>
              </a:gs>
              <a:gs pos="100000">
                <a:schemeClr val="accent6">
                  <a:shade val="64000"/>
                  <a:lumMod val="99000"/>
                  <a:satMod val="120000"/>
                  <a:shade val="78000"/>
                </a:schemeClr>
              </a:gs>
            </a:gsLst>
            <a:lin ang="5400000" scaled="0"/>
          </a:gradFill>
          <a:ln>
            <a:noFill/>
          </a:ln>
          <a:effectLst/>
        </c:spPr>
      </c:pivotFmt>
      <c:pivotFmt>
        <c:idx val="460"/>
        <c:spPr>
          <a:gradFill rotWithShape="1">
            <a:gsLst>
              <a:gs pos="0">
                <a:schemeClr val="accent6">
                  <a:shade val="65000"/>
                  <a:satMod val="103000"/>
                  <a:lumMod val="102000"/>
                  <a:tint val="94000"/>
                </a:schemeClr>
              </a:gs>
              <a:gs pos="50000">
                <a:schemeClr val="accent6">
                  <a:shade val="65000"/>
                  <a:satMod val="110000"/>
                  <a:lumMod val="100000"/>
                  <a:shade val="100000"/>
                </a:schemeClr>
              </a:gs>
              <a:gs pos="100000">
                <a:schemeClr val="accent6">
                  <a:shade val="65000"/>
                  <a:lumMod val="99000"/>
                  <a:satMod val="120000"/>
                  <a:shade val="78000"/>
                </a:schemeClr>
              </a:gs>
            </a:gsLst>
            <a:lin ang="5400000" scaled="0"/>
          </a:gradFill>
          <a:ln>
            <a:noFill/>
          </a:ln>
          <a:effectLst/>
        </c:spPr>
      </c:pivotFmt>
      <c:pivotFmt>
        <c:idx val="461"/>
        <c:spPr>
          <a:gradFill rotWithShape="1">
            <a:gsLst>
              <a:gs pos="0">
                <a:schemeClr val="accent6">
                  <a:shade val="66000"/>
                  <a:satMod val="103000"/>
                  <a:lumMod val="102000"/>
                  <a:tint val="94000"/>
                </a:schemeClr>
              </a:gs>
              <a:gs pos="50000">
                <a:schemeClr val="accent6">
                  <a:shade val="66000"/>
                  <a:satMod val="110000"/>
                  <a:lumMod val="100000"/>
                  <a:shade val="100000"/>
                </a:schemeClr>
              </a:gs>
              <a:gs pos="100000">
                <a:schemeClr val="accent6">
                  <a:shade val="66000"/>
                  <a:lumMod val="99000"/>
                  <a:satMod val="120000"/>
                  <a:shade val="78000"/>
                </a:schemeClr>
              </a:gs>
            </a:gsLst>
            <a:lin ang="5400000" scaled="0"/>
          </a:gradFill>
          <a:ln>
            <a:noFill/>
          </a:ln>
          <a:effectLst/>
        </c:spPr>
      </c:pivotFmt>
      <c:pivotFmt>
        <c:idx val="462"/>
        <c:spPr>
          <a:gradFill rotWithShape="1">
            <a:gsLst>
              <a:gs pos="0">
                <a:schemeClr val="accent6">
                  <a:shade val="67000"/>
                  <a:satMod val="103000"/>
                  <a:lumMod val="102000"/>
                  <a:tint val="94000"/>
                </a:schemeClr>
              </a:gs>
              <a:gs pos="50000">
                <a:schemeClr val="accent6">
                  <a:shade val="67000"/>
                  <a:satMod val="110000"/>
                  <a:lumMod val="100000"/>
                  <a:shade val="100000"/>
                </a:schemeClr>
              </a:gs>
              <a:gs pos="100000">
                <a:schemeClr val="accent6">
                  <a:shade val="67000"/>
                  <a:lumMod val="99000"/>
                  <a:satMod val="120000"/>
                  <a:shade val="78000"/>
                </a:schemeClr>
              </a:gs>
            </a:gsLst>
            <a:lin ang="5400000" scaled="0"/>
          </a:gradFill>
          <a:ln>
            <a:noFill/>
          </a:ln>
          <a:effectLst/>
        </c:spPr>
      </c:pivotFmt>
      <c:pivotFmt>
        <c:idx val="463"/>
        <c:spPr>
          <a:gradFill rotWithShape="1">
            <a:gsLst>
              <a:gs pos="0">
                <a:schemeClr val="accent6">
                  <a:shade val="68000"/>
                  <a:satMod val="103000"/>
                  <a:lumMod val="102000"/>
                  <a:tint val="94000"/>
                </a:schemeClr>
              </a:gs>
              <a:gs pos="50000">
                <a:schemeClr val="accent6">
                  <a:shade val="68000"/>
                  <a:satMod val="110000"/>
                  <a:lumMod val="100000"/>
                  <a:shade val="100000"/>
                </a:schemeClr>
              </a:gs>
              <a:gs pos="100000">
                <a:schemeClr val="accent6">
                  <a:shade val="68000"/>
                  <a:lumMod val="99000"/>
                  <a:satMod val="120000"/>
                  <a:shade val="78000"/>
                </a:schemeClr>
              </a:gs>
            </a:gsLst>
            <a:lin ang="5400000" scaled="0"/>
          </a:gradFill>
          <a:ln>
            <a:noFill/>
          </a:ln>
          <a:effectLst/>
        </c:spPr>
      </c:pivotFmt>
      <c:pivotFmt>
        <c:idx val="464"/>
        <c:spPr>
          <a:gradFill rotWithShape="1">
            <a:gsLst>
              <a:gs pos="0">
                <a:schemeClr val="accent6">
                  <a:shade val="69000"/>
                  <a:satMod val="103000"/>
                  <a:lumMod val="102000"/>
                  <a:tint val="94000"/>
                </a:schemeClr>
              </a:gs>
              <a:gs pos="50000">
                <a:schemeClr val="accent6">
                  <a:shade val="69000"/>
                  <a:satMod val="110000"/>
                  <a:lumMod val="100000"/>
                  <a:shade val="100000"/>
                </a:schemeClr>
              </a:gs>
              <a:gs pos="100000">
                <a:schemeClr val="accent6">
                  <a:shade val="69000"/>
                  <a:lumMod val="99000"/>
                  <a:satMod val="120000"/>
                  <a:shade val="78000"/>
                </a:schemeClr>
              </a:gs>
            </a:gsLst>
            <a:lin ang="5400000" scaled="0"/>
          </a:gradFill>
          <a:ln>
            <a:noFill/>
          </a:ln>
          <a:effectLst/>
        </c:spPr>
      </c:pivotFmt>
      <c:pivotFmt>
        <c:idx val="465"/>
        <c:spPr>
          <a:gradFill rotWithShape="1">
            <a:gsLst>
              <a:gs pos="0">
                <a:schemeClr val="accent6">
                  <a:shade val="70000"/>
                  <a:satMod val="103000"/>
                  <a:lumMod val="102000"/>
                  <a:tint val="94000"/>
                </a:schemeClr>
              </a:gs>
              <a:gs pos="50000">
                <a:schemeClr val="accent6">
                  <a:shade val="70000"/>
                  <a:satMod val="110000"/>
                  <a:lumMod val="100000"/>
                  <a:shade val="100000"/>
                </a:schemeClr>
              </a:gs>
              <a:gs pos="100000">
                <a:schemeClr val="accent6">
                  <a:shade val="70000"/>
                  <a:lumMod val="99000"/>
                  <a:satMod val="120000"/>
                  <a:shade val="78000"/>
                </a:schemeClr>
              </a:gs>
            </a:gsLst>
            <a:lin ang="5400000" scaled="0"/>
          </a:gradFill>
          <a:ln>
            <a:noFill/>
          </a:ln>
          <a:effectLst/>
        </c:spPr>
      </c:pivotFmt>
      <c:pivotFmt>
        <c:idx val="466"/>
        <c:spPr>
          <a:gradFill rotWithShape="1">
            <a:gsLst>
              <a:gs pos="0">
                <a:schemeClr val="accent6">
                  <a:shade val="71000"/>
                  <a:satMod val="103000"/>
                  <a:lumMod val="102000"/>
                  <a:tint val="94000"/>
                </a:schemeClr>
              </a:gs>
              <a:gs pos="50000">
                <a:schemeClr val="accent6">
                  <a:shade val="71000"/>
                  <a:satMod val="110000"/>
                  <a:lumMod val="100000"/>
                  <a:shade val="100000"/>
                </a:schemeClr>
              </a:gs>
              <a:gs pos="100000">
                <a:schemeClr val="accent6">
                  <a:shade val="71000"/>
                  <a:lumMod val="99000"/>
                  <a:satMod val="120000"/>
                  <a:shade val="78000"/>
                </a:schemeClr>
              </a:gs>
            </a:gsLst>
            <a:lin ang="5400000" scaled="0"/>
          </a:gradFill>
          <a:ln>
            <a:noFill/>
          </a:ln>
          <a:effectLst/>
        </c:spPr>
      </c:pivotFmt>
      <c:pivotFmt>
        <c:idx val="467"/>
        <c:spPr>
          <a:gradFill rotWithShape="1">
            <a:gsLst>
              <a:gs pos="0">
                <a:schemeClr val="accent6">
                  <a:shade val="72000"/>
                  <a:satMod val="103000"/>
                  <a:lumMod val="102000"/>
                  <a:tint val="94000"/>
                </a:schemeClr>
              </a:gs>
              <a:gs pos="50000">
                <a:schemeClr val="accent6">
                  <a:shade val="72000"/>
                  <a:satMod val="110000"/>
                  <a:lumMod val="100000"/>
                  <a:shade val="100000"/>
                </a:schemeClr>
              </a:gs>
              <a:gs pos="100000">
                <a:schemeClr val="accent6">
                  <a:shade val="72000"/>
                  <a:lumMod val="99000"/>
                  <a:satMod val="120000"/>
                  <a:shade val="78000"/>
                </a:schemeClr>
              </a:gs>
            </a:gsLst>
            <a:lin ang="5400000" scaled="0"/>
          </a:gradFill>
          <a:ln>
            <a:noFill/>
          </a:ln>
          <a:effectLst/>
        </c:spPr>
      </c:pivotFmt>
      <c:pivotFmt>
        <c:idx val="468"/>
        <c:spPr>
          <a:gradFill rotWithShape="1">
            <a:gsLst>
              <a:gs pos="0">
                <a:schemeClr val="accent6">
                  <a:shade val="73000"/>
                  <a:satMod val="103000"/>
                  <a:lumMod val="102000"/>
                  <a:tint val="94000"/>
                </a:schemeClr>
              </a:gs>
              <a:gs pos="50000">
                <a:schemeClr val="accent6">
                  <a:shade val="73000"/>
                  <a:satMod val="110000"/>
                  <a:lumMod val="100000"/>
                  <a:shade val="100000"/>
                </a:schemeClr>
              </a:gs>
              <a:gs pos="100000">
                <a:schemeClr val="accent6">
                  <a:shade val="73000"/>
                  <a:lumMod val="99000"/>
                  <a:satMod val="120000"/>
                  <a:shade val="78000"/>
                </a:schemeClr>
              </a:gs>
            </a:gsLst>
            <a:lin ang="5400000" scaled="0"/>
          </a:gradFill>
          <a:ln>
            <a:noFill/>
          </a:ln>
          <a:effectLst/>
        </c:spPr>
      </c:pivotFmt>
      <c:pivotFmt>
        <c:idx val="469"/>
        <c:spPr>
          <a:gradFill rotWithShape="1">
            <a:gsLst>
              <a:gs pos="0">
                <a:schemeClr val="accent6">
                  <a:shade val="74000"/>
                  <a:satMod val="103000"/>
                  <a:lumMod val="102000"/>
                  <a:tint val="94000"/>
                </a:schemeClr>
              </a:gs>
              <a:gs pos="50000">
                <a:schemeClr val="accent6">
                  <a:shade val="74000"/>
                  <a:satMod val="110000"/>
                  <a:lumMod val="100000"/>
                  <a:shade val="100000"/>
                </a:schemeClr>
              </a:gs>
              <a:gs pos="100000">
                <a:schemeClr val="accent6">
                  <a:shade val="74000"/>
                  <a:lumMod val="99000"/>
                  <a:satMod val="120000"/>
                  <a:shade val="78000"/>
                </a:schemeClr>
              </a:gs>
            </a:gsLst>
            <a:lin ang="5400000" scaled="0"/>
          </a:gradFill>
          <a:ln>
            <a:noFill/>
          </a:ln>
          <a:effectLst/>
        </c:spPr>
      </c:pivotFmt>
      <c:pivotFmt>
        <c:idx val="470"/>
        <c:spPr>
          <a:gradFill rotWithShape="1">
            <a:gsLst>
              <a:gs pos="0">
                <a:schemeClr val="accent6">
                  <a:shade val="75000"/>
                  <a:satMod val="103000"/>
                  <a:lumMod val="102000"/>
                  <a:tint val="94000"/>
                </a:schemeClr>
              </a:gs>
              <a:gs pos="50000">
                <a:schemeClr val="accent6">
                  <a:shade val="75000"/>
                  <a:satMod val="110000"/>
                  <a:lumMod val="100000"/>
                  <a:shade val="100000"/>
                </a:schemeClr>
              </a:gs>
              <a:gs pos="100000">
                <a:schemeClr val="accent6">
                  <a:shade val="75000"/>
                  <a:lumMod val="99000"/>
                  <a:satMod val="120000"/>
                  <a:shade val="78000"/>
                </a:schemeClr>
              </a:gs>
            </a:gsLst>
            <a:lin ang="5400000" scaled="0"/>
          </a:gradFill>
          <a:ln>
            <a:noFill/>
          </a:ln>
          <a:effectLst/>
        </c:spPr>
      </c:pivotFmt>
      <c:pivotFmt>
        <c:idx val="471"/>
        <c:spPr>
          <a:gradFill rotWithShape="1">
            <a:gsLst>
              <a:gs pos="0">
                <a:schemeClr val="accent6">
                  <a:shade val="76000"/>
                  <a:satMod val="103000"/>
                  <a:lumMod val="102000"/>
                  <a:tint val="94000"/>
                </a:schemeClr>
              </a:gs>
              <a:gs pos="50000">
                <a:schemeClr val="accent6">
                  <a:shade val="76000"/>
                  <a:satMod val="110000"/>
                  <a:lumMod val="100000"/>
                  <a:shade val="100000"/>
                </a:schemeClr>
              </a:gs>
              <a:gs pos="100000">
                <a:schemeClr val="accent6">
                  <a:shade val="76000"/>
                  <a:lumMod val="99000"/>
                  <a:satMod val="120000"/>
                  <a:shade val="78000"/>
                </a:schemeClr>
              </a:gs>
            </a:gsLst>
            <a:lin ang="5400000" scaled="0"/>
          </a:gradFill>
          <a:ln>
            <a:noFill/>
          </a:ln>
          <a:effectLst/>
        </c:spPr>
      </c:pivotFmt>
      <c:pivotFmt>
        <c:idx val="472"/>
        <c:spPr>
          <a:gradFill rotWithShape="1">
            <a:gsLst>
              <a:gs pos="0">
                <a:schemeClr val="accent6">
                  <a:shade val="77000"/>
                  <a:satMod val="103000"/>
                  <a:lumMod val="102000"/>
                  <a:tint val="94000"/>
                </a:schemeClr>
              </a:gs>
              <a:gs pos="50000">
                <a:schemeClr val="accent6">
                  <a:shade val="77000"/>
                  <a:satMod val="110000"/>
                  <a:lumMod val="100000"/>
                  <a:shade val="100000"/>
                </a:schemeClr>
              </a:gs>
              <a:gs pos="100000">
                <a:schemeClr val="accent6">
                  <a:shade val="77000"/>
                  <a:lumMod val="99000"/>
                  <a:satMod val="120000"/>
                  <a:shade val="78000"/>
                </a:schemeClr>
              </a:gs>
            </a:gsLst>
            <a:lin ang="5400000" scaled="0"/>
          </a:gradFill>
          <a:ln>
            <a:noFill/>
          </a:ln>
          <a:effectLst/>
        </c:spPr>
      </c:pivotFmt>
      <c:pivotFmt>
        <c:idx val="473"/>
        <c:spPr>
          <a:gradFill rotWithShape="1">
            <a:gsLst>
              <a:gs pos="0">
                <a:schemeClr val="accent6">
                  <a:shade val="78000"/>
                  <a:satMod val="103000"/>
                  <a:lumMod val="102000"/>
                  <a:tint val="94000"/>
                </a:schemeClr>
              </a:gs>
              <a:gs pos="50000">
                <a:schemeClr val="accent6">
                  <a:shade val="78000"/>
                  <a:satMod val="110000"/>
                  <a:lumMod val="100000"/>
                  <a:shade val="100000"/>
                </a:schemeClr>
              </a:gs>
              <a:gs pos="100000">
                <a:schemeClr val="accent6">
                  <a:shade val="78000"/>
                  <a:lumMod val="99000"/>
                  <a:satMod val="120000"/>
                  <a:shade val="78000"/>
                </a:schemeClr>
              </a:gs>
            </a:gsLst>
            <a:lin ang="5400000" scaled="0"/>
          </a:gradFill>
          <a:ln>
            <a:noFill/>
          </a:ln>
          <a:effectLst/>
        </c:spPr>
      </c:pivotFmt>
      <c:pivotFmt>
        <c:idx val="474"/>
        <c:spPr>
          <a:gradFill rotWithShape="1">
            <a:gsLst>
              <a:gs pos="0">
                <a:schemeClr val="accent6">
                  <a:shade val="79000"/>
                  <a:satMod val="103000"/>
                  <a:lumMod val="102000"/>
                  <a:tint val="94000"/>
                </a:schemeClr>
              </a:gs>
              <a:gs pos="50000">
                <a:schemeClr val="accent6">
                  <a:shade val="79000"/>
                  <a:satMod val="110000"/>
                  <a:lumMod val="100000"/>
                  <a:shade val="100000"/>
                </a:schemeClr>
              </a:gs>
              <a:gs pos="100000">
                <a:schemeClr val="accent6">
                  <a:shade val="79000"/>
                  <a:lumMod val="99000"/>
                  <a:satMod val="120000"/>
                  <a:shade val="78000"/>
                </a:schemeClr>
              </a:gs>
            </a:gsLst>
            <a:lin ang="5400000" scaled="0"/>
          </a:gradFill>
          <a:ln>
            <a:noFill/>
          </a:ln>
          <a:effectLst/>
        </c:spPr>
      </c:pivotFmt>
      <c:pivotFmt>
        <c:idx val="475"/>
        <c:spPr>
          <a:gradFill rotWithShape="1">
            <a:gsLst>
              <a:gs pos="0">
                <a:schemeClr val="accent6">
                  <a:shade val="80000"/>
                  <a:satMod val="103000"/>
                  <a:lumMod val="102000"/>
                  <a:tint val="94000"/>
                </a:schemeClr>
              </a:gs>
              <a:gs pos="50000">
                <a:schemeClr val="accent6">
                  <a:shade val="80000"/>
                  <a:satMod val="110000"/>
                  <a:lumMod val="100000"/>
                  <a:shade val="100000"/>
                </a:schemeClr>
              </a:gs>
              <a:gs pos="100000">
                <a:schemeClr val="accent6">
                  <a:shade val="80000"/>
                  <a:lumMod val="99000"/>
                  <a:satMod val="120000"/>
                  <a:shade val="78000"/>
                </a:schemeClr>
              </a:gs>
            </a:gsLst>
            <a:lin ang="5400000" scaled="0"/>
          </a:gradFill>
          <a:ln>
            <a:noFill/>
          </a:ln>
          <a:effectLst/>
        </c:spPr>
      </c:pivotFmt>
      <c:pivotFmt>
        <c:idx val="476"/>
        <c:spPr>
          <a:gradFill rotWithShape="1">
            <a:gsLst>
              <a:gs pos="0">
                <a:schemeClr val="accent6">
                  <a:shade val="81000"/>
                  <a:satMod val="103000"/>
                  <a:lumMod val="102000"/>
                  <a:tint val="94000"/>
                </a:schemeClr>
              </a:gs>
              <a:gs pos="50000">
                <a:schemeClr val="accent6">
                  <a:shade val="81000"/>
                  <a:satMod val="110000"/>
                  <a:lumMod val="100000"/>
                  <a:shade val="100000"/>
                </a:schemeClr>
              </a:gs>
              <a:gs pos="100000">
                <a:schemeClr val="accent6">
                  <a:shade val="81000"/>
                  <a:lumMod val="99000"/>
                  <a:satMod val="120000"/>
                  <a:shade val="78000"/>
                </a:schemeClr>
              </a:gs>
            </a:gsLst>
            <a:lin ang="5400000" scaled="0"/>
          </a:gradFill>
          <a:ln>
            <a:noFill/>
          </a:ln>
          <a:effectLst/>
        </c:spPr>
      </c:pivotFmt>
      <c:pivotFmt>
        <c:idx val="477"/>
        <c:spPr>
          <a:gradFill rotWithShape="1">
            <a:gsLst>
              <a:gs pos="0">
                <a:schemeClr val="accent6">
                  <a:shade val="82000"/>
                  <a:satMod val="103000"/>
                  <a:lumMod val="102000"/>
                  <a:tint val="94000"/>
                </a:schemeClr>
              </a:gs>
              <a:gs pos="50000">
                <a:schemeClr val="accent6">
                  <a:shade val="82000"/>
                  <a:satMod val="110000"/>
                  <a:lumMod val="100000"/>
                  <a:shade val="100000"/>
                </a:schemeClr>
              </a:gs>
              <a:gs pos="100000">
                <a:schemeClr val="accent6">
                  <a:shade val="82000"/>
                  <a:lumMod val="99000"/>
                  <a:satMod val="120000"/>
                  <a:shade val="78000"/>
                </a:schemeClr>
              </a:gs>
            </a:gsLst>
            <a:lin ang="5400000" scaled="0"/>
          </a:gradFill>
          <a:ln>
            <a:noFill/>
          </a:ln>
          <a:effectLst/>
        </c:spPr>
      </c:pivotFmt>
      <c:pivotFmt>
        <c:idx val="478"/>
        <c:spPr>
          <a:gradFill rotWithShape="1">
            <a:gsLst>
              <a:gs pos="0">
                <a:schemeClr val="accent6">
                  <a:shade val="83000"/>
                  <a:satMod val="103000"/>
                  <a:lumMod val="102000"/>
                  <a:tint val="94000"/>
                </a:schemeClr>
              </a:gs>
              <a:gs pos="50000">
                <a:schemeClr val="accent6">
                  <a:shade val="83000"/>
                  <a:satMod val="110000"/>
                  <a:lumMod val="100000"/>
                  <a:shade val="100000"/>
                </a:schemeClr>
              </a:gs>
              <a:gs pos="100000">
                <a:schemeClr val="accent6">
                  <a:shade val="83000"/>
                  <a:lumMod val="99000"/>
                  <a:satMod val="120000"/>
                  <a:shade val="78000"/>
                </a:schemeClr>
              </a:gs>
            </a:gsLst>
            <a:lin ang="5400000" scaled="0"/>
          </a:gradFill>
          <a:ln>
            <a:noFill/>
          </a:ln>
          <a:effectLst/>
        </c:spPr>
      </c:pivotFmt>
      <c:pivotFmt>
        <c:idx val="479"/>
        <c:spPr>
          <a:gradFill rotWithShape="1">
            <a:gsLst>
              <a:gs pos="0">
                <a:schemeClr val="accent6">
                  <a:shade val="84000"/>
                  <a:satMod val="103000"/>
                  <a:lumMod val="102000"/>
                  <a:tint val="94000"/>
                </a:schemeClr>
              </a:gs>
              <a:gs pos="50000">
                <a:schemeClr val="accent6">
                  <a:shade val="84000"/>
                  <a:satMod val="110000"/>
                  <a:lumMod val="100000"/>
                  <a:shade val="100000"/>
                </a:schemeClr>
              </a:gs>
              <a:gs pos="100000">
                <a:schemeClr val="accent6">
                  <a:shade val="84000"/>
                  <a:lumMod val="99000"/>
                  <a:satMod val="120000"/>
                  <a:shade val="78000"/>
                </a:schemeClr>
              </a:gs>
            </a:gsLst>
            <a:lin ang="5400000" scaled="0"/>
          </a:gradFill>
          <a:ln>
            <a:noFill/>
          </a:ln>
          <a:effectLst/>
        </c:spPr>
      </c:pivotFmt>
      <c:pivotFmt>
        <c:idx val="480"/>
        <c:spPr>
          <a:gradFill rotWithShape="1">
            <a:gsLst>
              <a:gs pos="0">
                <a:schemeClr val="accent6">
                  <a:shade val="85000"/>
                  <a:satMod val="103000"/>
                  <a:lumMod val="102000"/>
                  <a:tint val="94000"/>
                </a:schemeClr>
              </a:gs>
              <a:gs pos="50000">
                <a:schemeClr val="accent6">
                  <a:shade val="85000"/>
                  <a:satMod val="110000"/>
                  <a:lumMod val="100000"/>
                  <a:shade val="100000"/>
                </a:schemeClr>
              </a:gs>
              <a:gs pos="100000">
                <a:schemeClr val="accent6">
                  <a:shade val="85000"/>
                  <a:lumMod val="99000"/>
                  <a:satMod val="120000"/>
                  <a:shade val="78000"/>
                </a:schemeClr>
              </a:gs>
            </a:gsLst>
            <a:lin ang="5400000" scaled="0"/>
          </a:gradFill>
          <a:ln>
            <a:noFill/>
          </a:ln>
          <a:effectLst/>
        </c:spPr>
      </c:pivotFmt>
      <c:pivotFmt>
        <c:idx val="481"/>
        <c:spPr>
          <a:gradFill rotWithShape="1">
            <a:gsLst>
              <a:gs pos="0">
                <a:schemeClr val="accent6">
                  <a:shade val="86000"/>
                  <a:satMod val="103000"/>
                  <a:lumMod val="102000"/>
                  <a:tint val="94000"/>
                </a:schemeClr>
              </a:gs>
              <a:gs pos="50000">
                <a:schemeClr val="accent6">
                  <a:shade val="86000"/>
                  <a:satMod val="110000"/>
                  <a:lumMod val="100000"/>
                  <a:shade val="100000"/>
                </a:schemeClr>
              </a:gs>
              <a:gs pos="100000">
                <a:schemeClr val="accent6">
                  <a:shade val="86000"/>
                  <a:lumMod val="99000"/>
                  <a:satMod val="120000"/>
                  <a:shade val="78000"/>
                </a:schemeClr>
              </a:gs>
            </a:gsLst>
            <a:lin ang="5400000" scaled="0"/>
          </a:gradFill>
          <a:ln>
            <a:noFill/>
          </a:ln>
          <a:effectLst/>
        </c:spPr>
      </c:pivotFmt>
      <c:pivotFmt>
        <c:idx val="482"/>
        <c:spPr>
          <a:gradFill rotWithShape="1">
            <a:gsLst>
              <a:gs pos="0">
                <a:schemeClr val="accent6">
                  <a:shade val="87000"/>
                  <a:satMod val="103000"/>
                  <a:lumMod val="102000"/>
                  <a:tint val="94000"/>
                </a:schemeClr>
              </a:gs>
              <a:gs pos="50000">
                <a:schemeClr val="accent6">
                  <a:shade val="87000"/>
                  <a:satMod val="110000"/>
                  <a:lumMod val="100000"/>
                  <a:shade val="100000"/>
                </a:schemeClr>
              </a:gs>
              <a:gs pos="100000">
                <a:schemeClr val="accent6">
                  <a:shade val="87000"/>
                  <a:lumMod val="99000"/>
                  <a:satMod val="120000"/>
                  <a:shade val="78000"/>
                </a:schemeClr>
              </a:gs>
            </a:gsLst>
            <a:lin ang="5400000" scaled="0"/>
          </a:gradFill>
          <a:ln>
            <a:noFill/>
          </a:ln>
          <a:effectLst/>
        </c:spPr>
      </c:pivotFmt>
      <c:pivotFmt>
        <c:idx val="483"/>
        <c:spPr>
          <a:gradFill rotWithShape="1">
            <a:gsLst>
              <a:gs pos="0">
                <a:schemeClr val="accent6">
                  <a:shade val="88000"/>
                  <a:satMod val="103000"/>
                  <a:lumMod val="102000"/>
                  <a:tint val="94000"/>
                </a:schemeClr>
              </a:gs>
              <a:gs pos="50000">
                <a:schemeClr val="accent6">
                  <a:shade val="88000"/>
                  <a:satMod val="110000"/>
                  <a:lumMod val="100000"/>
                  <a:shade val="100000"/>
                </a:schemeClr>
              </a:gs>
              <a:gs pos="100000">
                <a:schemeClr val="accent6">
                  <a:shade val="88000"/>
                  <a:lumMod val="99000"/>
                  <a:satMod val="120000"/>
                  <a:shade val="78000"/>
                </a:schemeClr>
              </a:gs>
            </a:gsLst>
            <a:lin ang="5400000" scaled="0"/>
          </a:gradFill>
          <a:ln>
            <a:noFill/>
          </a:ln>
          <a:effectLst/>
        </c:spPr>
      </c:pivotFmt>
      <c:pivotFmt>
        <c:idx val="484"/>
        <c:spPr>
          <a:gradFill rotWithShape="1">
            <a:gsLst>
              <a:gs pos="0">
                <a:schemeClr val="accent6">
                  <a:shade val="89000"/>
                  <a:satMod val="103000"/>
                  <a:lumMod val="102000"/>
                  <a:tint val="94000"/>
                </a:schemeClr>
              </a:gs>
              <a:gs pos="50000">
                <a:schemeClr val="accent6">
                  <a:shade val="89000"/>
                  <a:satMod val="110000"/>
                  <a:lumMod val="100000"/>
                  <a:shade val="100000"/>
                </a:schemeClr>
              </a:gs>
              <a:gs pos="100000">
                <a:schemeClr val="accent6">
                  <a:shade val="89000"/>
                  <a:lumMod val="99000"/>
                  <a:satMod val="120000"/>
                  <a:shade val="78000"/>
                </a:schemeClr>
              </a:gs>
            </a:gsLst>
            <a:lin ang="5400000" scaled="0"/>
          </a:gradFill>
          <a:ln>
            <a:noFill/>
          </a:ln>
          <a:effectLst/>
        </c:spPr>
      </c:pivotFmt>
      <c:pivotFmt>
        <c:idx val="485"/>
        <c:spPr>
          <a:gradFill rotWithShape="1">
            <a:gsLst>
              <a:gs pos="0">
                <a:schemeClr val="accent6">
                  <a:shade val="90000"/>
                  <a:satMod val="103000"/>
                  <a:lumMod val="102000"/>
                  <a:tint val="94000"/>
                </a:schemeClr>
              </a:gs>
              <a:gs pos="50000">
                <a:schemeClr val="accent6">
                  <a:shade val="90000"/>
                  <a:satMod val="110000"/>
                  <a:lumMod val="100000"/>
                  <a:shade val="100000"/>
                </a:schemeClr>
              </a:gs>
              <a:gs pos="100000">
                <a:schemeClr val="accent6">
                  <a:shade val="90000"/>
                  <a:lumMod val="99000"/>
                  <a:satMod val="120000"/>
                  <a:shade val="78000"/>
                </a:schemeClr>
              </a:gs>
            </a:gsLst>
            <a:lin ang="5400000" scaled="0"/>
          </a:gradFill>
          <a:ln>
            <a:noFill/>
          </a:ln>
          <a:effectLst/>
        </c:spPr>
      </c:pivotFmt>
      <c:pivotFmt>
        <c:idx val="486"/>
        <c:spPr>
          <a:gradFill rotWithShape="1">
            <a:gsLst>
              <a:gs pos="0">
                <a:schemeClr val="accent6">
                  <a:shade val="91000"/>
                  <a:satMod val="103000"/>
                  <a:lumMod val="102000"/>
                  <a:tint val="94000"/>
                </a:schemeClr>
              </a:gs>
              <a:gs pos="50000">
                <a:schemeClr val="accent6">
                  <a:shade val="91000"/>
                  <a:satMod val="110000"/>
                  <a:lumMod val="100000"/>
                  <a:shade val="100000"/>
                </a:schemeClr>
              </a:gs>
              <a:gs pos="100000">
                <a:schemeClr val="accent6">
                  <a:shade val="91000"/>
                  <a:lumMod val="99000"/>
                  <a:satMod val="120000"/>
                  <a:shade val="78000"/>
                </a:schemeClr>
              </a:gs>
            </a:gsLst>
            <a:lin ang="5400000" scaled="0"/>
          </a:gradFill>
          <a:ln>
            <a:noFill/>
          </a:ln>
          <a:effectLst/>
        </c:spPr>
      </c:pivotFmt>
      <c:pivotFmt>
        <c:idx val="487"/>
        <c:spPr>
          <a:gradFill rotWithShape="1">
            <a:gsLst>
              <a:gs pos="0">
                <a:schemeClr val="accent6">
                  <a:shade val="92000"/>
                  <a:satMod val="103000"/>
                  <a:lumMod val="102000"/>
                  <a:tint val="94000"/>
                </a:schemeClr>
              </a:gs>
              <a:gs pos="50000">
                <a:schemeClr val="accent6">
                  <a:shade val="92000"/>
                  <a:satMod val="110000"/>
                  <a:lumMod val="100000"/>
                  <a:shade val="100000"/>
                </a:schemeClr>
              </a:gs>
              <a:gs pos="100000">
                <a:schemeClr val="accent6">
                  <a:shade val="92000"/>
                  <a:lumMod val="99000"/>
                  <a:satMod val="120000"/>
                  <a:shade val="78000"/>
                </a:schemeClr>
              </a:gs>
            </a:gsLst>
            <a:lin ang="5400000" scaled="0"/>
          </a:gradFill>
          <a:ln>
            <a:noFill/>
          </a:ln>
          <a:effectLst/>
        </c:spPr>
      </c:pivotFmt>
      <c:pivotFmt>
        <c:idx val="488"/>
        <c:spPr>
          <a:gradFill rotWithShape="1">
            <a:gsLst>
              <a:gs pos="0">
                <a:schemeClr val="accent6">
                  <a:shade val="93000"/>
                  <a:satMod val="103000"/>
                  <a:lumMod val="102000"/>
                  <a:tint val="94000"/>
                </a:schemeClr>
              </a:gs>
              <a:gs pos="50000">
                <a:schemeClr val="accent6">
                  <a:shade val="93000"/>
                  <a:satMod val="110000"/>
                  <a:lumMod val="100000"/>
                  <a:shade val="100000"/>
                </a:schemeClr>
              </a:gs>
              <a:gs pos="100000">
                <a:schemeClr val="accent6">
                  <a:shade val="93000"/>
                  <a:lumMod val="99000"/>
                  <a:satMod val="120000"/>
                  <a:shade val="78000"/>
                </a:schemeClr>
              </a:gs>
            </a:gsLst>
            <a:lin ang="5400000" scaled="0"/>
          </a:gradFill>
          <a:ln>
            <a:noFill/>
          </a:ln>
          <a:effectLst/>
        </c:spPr>
      </c:pivotFmt>
      <c:pivotFmt>
        <c:idx val="489"/>
        <c:spPr>
          <a:gradFill rotWithShape="1">
            <a:gsLst>
              <a:gs pos="0">
                <a:schemeClr val="accent6">
                  <a:shade val="94000"/>
                  <a:satMod val="103000"/>
                  <a:lumMod val="102000"/>
                  <a:tint val="94000"/>
                </a:schemeClr>
              </a:gs>
              <a:gs pos="50000">
                <a:schemeClr val="accent6">
                  <a:shade val="94000"/>
                  <a:satMod val="110000"/>
                  <a:lumMod val="100000"/>
                  <a:shade val="100000"/>
                </a:schemeClr>
              </a:gs>
              <a:gs pos="100000">
                <a:schemeClr val="accent6">
                  <a:shade val="94000"/>
                  <a:lumMod val="99000"/>
                  <a:satMod val="120000"/>
                  <a:shade val="78000"/>
                </a:schemeClr>
              </a:gs>
            </a:gsLst>
            <a:lin ang="5400000" scaled="0"/>
          </a:gradFill>
          <a:ln>
            <a:noFill/>
          </a:ln>
          <a:effectLst/>
        </c:spPr>
      </c:pivotFmt>
      <c:pivotFmt>
        <c:idx val="490"/>
        <c:spPr>
          <a:gradFill rotWithShape="1">
            <a:gsLst>
              <a:gs pos="0">
                <a:schemeClr val="accent6">
                  <a:shade val="95000"/>
                  <a:satMod val="103000"/>
                  <a:lumMod val="102000"/>
                  <a:tint val="94000"/>
                </a:schemeClr>
              </a:gs>
              <a:gs pos="50000">
                <a:schemeClr val="accent6">
                  <a:shade val="95000"/>
                  <a:satMod val="110000"/>
                  <a:lumMod val="100000"/>
                  <a:shade val="100000"/>
                </a:schemeClr>
              </a:gs>
              <a:gs pos="100000">
                <a:schemeClr val="accent6">
                  <a:shade val="95000"/>
                  <a:lumMod val="99000"/>
                  <a:satMod val="120000"/>
                  <a:shade val="78000"/>
                </a:schemeClr>
              </a:gs>
            </a:gsLst>
            <a:lin ang="5400000" scaled="0"/>
          </a:gradFill>
          <a:ln>
            <a:noFill/>
          </a:ln>
          <a:effectLst/>
        </c:spPr>
      </c:pivotFmt>
      <c:pivotFmt>
        <c:idx val="491"/>
        <c:spPr>
          <a:gradFill rotWithShape="1">
            <a:gsLst>
              <a:gs pos="0">
                <a:schemeClr val="accent6">
                  <a:shade val="96000"/>
                  <a:satMod val="103000"/>
                  <a:lumMod val="102000"/>
                  <a:tint val="94000"/>
                </a:schemeClr>
              </a:gs>
              <a:gs pos="50000">
                <a:schemeClr val="accent6">
                  <a:shade val="96000"/>
                  <a:satMod val="110000"/>
                  <a:lumMod val="100000"/>
                  <a:shade val="100000"/>
                </a:schemeClr>
              </a:gs>
              <a:gs pos="100000">
                <a:schemeClr val="accent6">
                  <a:shade val="96000"/>
                  <a:lumMod val="99000"/>
                  <a:satMod val="120000"/>
                  <a:shade val="78000"/>
                </a:schemeClr>
              </a:gs>
            </a:gsLst>
            <a:lin ang="5400000" scaled="0"/>
          </a:gradFill>
          <a:ln>
            <a:noFill/>
          </a:ln>
          <a:effectLst/>
        </c:spPr>
      </c:pivotFmt>
      <c:pivotFmt>
        <c:idx val="492"/>
        <c:spPr>
          <a:gradFill rotWithShape="1">
            <a:gsLst>
              <a:gs pos="0">
                <a:schemeClr val="accent6">
                  <a:shade val="97000"/>
                  <a:satMod val="103000"/>
                  <a:lumMod val="102000"/>
                  <a:tint val="94000"/>
                </a:schemeClr>
              </a:gs>
              <a:gs pos="50000">
                <a:schemeClr val="accent6">
                  <a:shade val="97000"/>
                  <a:satMod val="110000"/>
                  <a:lumMod val="100000"/>
                  <a:shade val="100000"/>
                </a:schemeClr>
              </a:gs>
              <a:gs pos="100000">
                <a:schemeClr val="accent6">
                  <a:shade val="97000"/>
                  <a:lumMod val="99000"/>
                  <a:satMod val="120000"/>
                  <a:shade val="78000"/>
                </a:schemeClr>
              </a:gs>
            </a:gsLst>
            <a:lin ang="5400000" scaled="0"/>
          </a:gradFill>
          <a:ln>
            <a:noFill/>
          </a:ln>
          <a:effectLst/>
        </c:spPr>
      </c:pivotFmt>
      <c:pivotFmt>
        <c:idx val="493"/>
        <c:spPr>
          <a:gradFill rotWithShape="1">
            <a:gsLst>
              <a:gs pos="0">
                <a:schemeClr val="accent6">
                  <a:shade val="98000"/>
                  <a:satMod val="103000"/>
                  <a:lumMod val="102000"/>
                  <a:tint val="94000"/>
                </a:schemeClr>
              </a:gs>
              <a:gs pos="50000">
                <a:schemeClr val="accent6">
                  <a:shade val="98000"/>
                  <a:satMod val="110000"/>
                  <a:lumMod val="100000"/>
                  <a:shade val="100000"/>
                </a:schemeClr>
              </a:gs>
              <a:gs pos="100000">
                <a:schemeClr val="accent6">
                  <a:shade val="98000"/>
                  <a:lumMod val="99000"/>
                  <a:satMod val="120000"/>
                  <a:shade val="78000"/>
                </a:schemeClr>
              </a:gs>
            </a:gsLst>
            <a:lin ang="5400000" scaled="0"/>
          </a:gradFill>
          <a:ln>
            <a:noFill/>
          </a:ln>
          <a:effectLst/>
        </c:spPr>
      </c:pivotFmt>
      <c:pivotFmt>
        <c:idx val="494"/>
        <c:spPr>
          <a:gradFill rotWithShape="1">
            <a:gsLst>
              <a:gs pos="0">
                <a:schemeClr val="accent6">
                  <a:shade val="99000"/>
                  <a:satMod val="103000"/>
                  <a:lumMod val="102000"/>
                  <a:tint val="94000"/>
                </a:schemeClr>
              </a:gs>
              <a:gs pos="50000">
                <a:schemeClr val="accent6">
                  <a:shade val="99000"/>
                  <a:satMod val="110000"/>
                  <a:lumMod val="100000"/>
                  <a:shade val="100000"/>
                </a:schemeClr>
              </a:gs>
              <a:gs pos="100000">
                <a:schemeClr val="accent6">
                  <a:shade val="99000"/>
                  <a:lumMod val="99000"/>
                  <a:satMod val="120000"/>
                  <a:shade val="78000"/>
                </a:schemeClr>
              </a:gs>
            </a:gsLst>
            <a:lin ang="5400000" scaled="0"/>
          </a:gradFill>
          <a:ln>
            <a:noFill/>
          </a:ln>
          <a:effectLst/>
        </c:spPr>
      </c:pivotFmt>
      <c:pivotFmt>
        <c:idx val="495"/>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pivotFmt>
      <c:pivotFmt>
        <c:idx val="496"/>
        <c:spPr>
          <a:gradFill rotWithShape="1">
            <a:gsLst>
              <a:gs pos="0">
                <a:schemeClr val="accent6">
                  <a:tint val="99000"/>
                  <a:satMod val="103000"/>
                  <a:lumMod val="102000"/>
                  <a:tint val="94000"/>
                </a:schemeClr>
              </a:gs>
              <a:gs pos="50000">
                <a:schemeClr val="accent6">
                  <a:tint val="99000"/>
                  <a:satMod val="110000"/>
                  <a:lumMod val="100000"/>
                  <a:shade val="100000"/>
                </a:schemeClr>
              </a:gs>
              <a:gs pos="100000">
                <a:schemeClr val="accent6">
                  <a:tint val="99000"/>
                  <a:lumMod val="99000"/>
                  <a:satMod val="120000"/>
                  <a:shade val="78000"/>
                </a:schemeClr>
              </a:gs>
            </a:gsLst>
            <a:lin ang="5400000" scaled="0"/>
          </a:gradFill>
          <a:ln>
            <a:noFill/>
          </a:ln>
          <a:effectLst/>
        </c:spPr>
      </c:pivotFmt>
      <c:pivotFmt>
        <c:idx val="497"/>
        <c:spPr>
          <a:gradFill rotWithShape="1">
            <a:gsLst>
              <a:gs pos="0">
                <a:schemeClr val="accent6">
                  <a:tint val="98000"/>
                  <a:satMod val="103000"/>
                  <a:lumMod val="102000"/>
                  <a:tint val="94000"/>
                </a:schemeClr>
              </a:gs>
              <a:gs pos="50000">
                <a:schemeClr val="accent6">
                  <a:tint val="98000"/>
                  <a:satMod val="110000"/>
                  <a:lumMod val="100000"/>
                  <a:shade val="100000"/>
                </a:schemeClr>
              </a:gs>
              <a:gs pos="100000">
                <a:schemeClr val="accent6">
                  <a:tint val="98000"/>
                  <a:lumMod val="99000"/>
                  <a:satMod val="120000"/>
                  <a:shade val="78000"/>
                </a:schemeClr>
              </a:gs>
            </a:gsLst>
            <a:lin ang="5400000" scaled="0"/>
          </a:gradFill>
          <a:ln>
            <a:noFill/>
          </a:ln>
          <a:effectLst/>
        </c:spPr>
      </c:pivotFmt>
      <c:pivotFmt>
        <c:idx val="498"/>
        <c:spPr>
          <a:gradFill rotWithShape="1">
            <a:gsLst>
              <a:gs pos="0">
                <a:schemeClr val="accent6">
                  <a:tint val="97000"/>
                  <a:satMod val="103000"/>
                  <a:lumMod val="102000"/>
                  <a:tint val="94000"/>
                </a:schemeClr>
              </a:gs>
              <a:gs pos="50000">
                <a:schemeClr val="accent6">
                  <a:tint val="97000"/>
                  <a:satMod val="110000"/>
                  <a:lumMod val="100000"/>
                  <a:shade val="100000"/>
                </a:schemeClr>
              </a:gs>
              <a:gs pos="100000">
                <a:schemeClr val="accent6">
                  <a:tint val="97000"/>
                  <a:lumMod val="99000"/>
                  <a:satMod val="120000"/>
                  <a:shade val="78000"/>
                </a:schemeClr>
              </a:gs>
            </a:gsLst>
            <a:lin ang="5400000" scaled="0"/>
          </a:gradFill>
          <a:ln>
            <a:noFill/>
          </a:ln>
          <a:effectLst/>
        </c:spPr>
      </c:pivotFmt>
      <c:pivotFmt>
        <c:idx val="499"/>
        <c:spPr>
          <a:gradFill rotWithShape="1">
            <a:gsLst>
              <a:gs pos="0">
                <a:schemeClr val="accent6">
                  <a:tint val="96000"/>
                  <a:satMod val="103000"/>
                  <a:lumMod val="102000"/>
                  <a:tint val="94000"/>
                </a:schemeClr>
              </a:gs>
              <a:gs pos="50000">
                <a:schemeClr val="accent6">
                  <a:tint val="96000"/>
                  <a:satMod val="110000"/>
                  <a:lumMod val="100000"/>
                  <a:shade val="100000"/>
                </a:schemeClr>
              </a:gs>
              <a:gs pos="100000">
                <a:schemeClr val="accent6">
                  <a:tint val="96000"/>
                  <a:lumMod val="99000"/>
                  <a:satMod val="120000"/>
                  <a:shade val="78000"/>
                </a:schemeClr>
              </a:gs>
            </a:gsLst>
            <a:lin ang="5400000" scaled="0"/>
          </a:gradFill>
          <a:ln>
            <a:noFill/>
          </a:ln>
          <a:effectLst/>
        </c:spPr>
      </c:pivotFmt>
      <c:pivotFmt>
        <c:idx val="500"/>
        <c:spPr>
          <a:gradFill rotWithShape="1">
            <a:gsLst>
              <a:gs pos="0">
                <a:schemeClr val="accent6">
                  <a:tint val="95000"/>
                  <a:satMod val="103000"/>
                  <a:lumMod val="102000"/>
                  <a:tint val="94000"/>
                </a:schemeClr>
              </a:gs>
              <a:gs pos="50000">
                <a:schemeClr val="accent6">
                  <a:tint val="95000"/>
                  <a:satMod val="110000"/>
                  <a:lumMod val="100000"/>
                  <a:shade val="100000"/>
                </a:schemeClr>
              </a:gs>
              <a:gs pos="100000">
                <a:schemeClr val="accent6">
                  <a:tint val="95000"/>
                  <a:lumMod val="99000"/>
                  <a:satMod val="120000"/>
                  <a:shade val="78000"/>
                </a:schemeClr>
              </a:gs>
            </a:gsLst>
            <a:lin ang="5400000" scaled="0"/>
          </a:gradFill>
          <a:ln>
            <a:noFill/>
          </a:ln>
          <a:effectLst/>
        </c:spPr>
      </c:pivotFmt>
      <c:pivotFmt>
        <c:idx val="501"/>
        <c:spPr>
          <a:gradFill rotWithShape="1">
            <a:gsLst>
              <a:gs pos="0">
                <a:schemeClr val="accent6">
                  <a:tint val="94000"/>
                  <a:satMod val="103000"/>
                  <a:lumMod val="102000"/>
                  <a:tint val="94000"/>
                </a:schemeClr>
              </a:gs>
              <a:gs pos="50000">
                <a:schemeClr val="accent6">
                  <a:tint val="94000"/>
                  <a:satMod val="110000"/>
                  <a:lumMod val="100000"/>
                  <a:shade val="100000"/>
                </a:schemeClr>
              </a:gs>
              <a:gs pos="100000">
                <a:schemeClr val="accent6">
                  <a:tint val="94000"/>
                  <a:lumMod val="99000"/>
                  <a:satMod val="120000"/>
                  <a:shade val="78000"/>
                </a:schemeClr>
              </a:gs>
            </a:gsLst>
            <a:lin ang="5400000" scaled="0"/>
          </a:gradFill>
          <a:ln>
            <a:noFill/>
          </a:ln>
          <a:effectLst/>
        </c:spPr>
      </c:pivotFmt>
      <c:pivotFmt>
        <c:idx val="502"/>
        <c:spPr>
          <a:gradFill rotWithShape="1">
            <a:gsLst>
              <a:gs pos="0">
                <a:schemeClr val="accent6">
                  <a:tint val="93000"/>
                  <a:satMod val="103000"/>
                  <a:lumMod val="102000"/>
                  <a:tint val="94000"/>
                </a:schemeClr>
              </a:gs>
              <a:gs pos="50000">
                <a:schemeClr val="accent6">
                  <a:tint val="93000"/>
                  <a:satMod val="110000"/>
                  <a:lumMod val="100000"/>
                  <a:shade val="100000"/>
                </a:schemeClr>
              </a:gs>
              <a:gs pos="100000">
                <a:schemeClr val="accent6">
                  <a:tint val="93000"/>
                  <a:lumMod val="99000"/>
                  <a:satMod val="120000"/>
                  <a:shade val="78000"/>
                </a:schemeClr>
              </a:gs>
            </a:gsLst>
            <a:lin ang="5400000" scaled="0"/>
          </a:gradFill>
          <a:ln>
            <a:noFill/>
          </a:ln>
          <a:effectLst/>
        </c:spPr>
      </c:pivotFmt>
      <c:pivotFmt>
        <c:idx val="503"/>
        <c:spPr>
          <a:gradFill rotWithShape="1">
            <a:gsLst>
              <a:gs pos="0">
                <a:schemeClr val="accent6">
                  <a:tint val="92000"/>
                  <a:satMod val="103000"/>
                  <a:lumMod val="102000"/>
                  <a:tint val="94000"/>
                </a:schemeClr>
              </a:gs>
              <a:gs pos="50000">
                <a:schemeClr val="accent6">
                  <a:tint val="92000"/>
                  <a:satMod val="110000"/>
                  <a:lumMod val="100000"/>
                  <a:shade val="100000"/>
                </a:schemeClr>
              </a:gs>
              <a:gs pos="100000">
                <a:schemeClr val="accent6">
                  <a:tint val="92000"/>
                  <a:lumMod val="99000"/>
                  <a:satMod val="120000"/>
                  <a:shade val="78000"/>
                </a:schemeClr>
              </a:gs>
            </a:gsLst>
            <a:lin ang="5400000" scaled="0"/>
          </a:gradFill>
          <a:ln>
            <a:noFill/>
          </a:ln>
          <a:effectLst/>
        </c:spPr>
      </c:pivotFmt>
      <c:pivotFmt>
        <c:idx val="504"/>
        <c:spPr>
          <a:gradFill rotWithShape="1">
            <a:gsLst>
              <a:gs pos="0">
                <a:schemeClr val="accent6">
                  <a:tint val="91000"/>
                  <a:satMod val="103000"/>
                  <a:lumMod val="102000"/>
                  <a:tint val="94000"/>
                </a:schemeClr>
              </a:gs>
              <a:gs pos="50000">
                <a:schemeClr val="accent6">
                  <a:tint val="91000"/>
                  <a:satMod val="110000"/>
                  <a:lumMod val="100000"/>
                  <a:shade val="100000"/>
                </a:schemeClr>
              </a:gs>
              <a:gs pos="100000">
                <a:schemeClr val="accent6">
                  <a:tint val="91000"/>
                  <a:lumMod val="99000"/>
                  <a:satMod val="120000"/>
                  <a:shade val="78000"/>
                </a:schemeClr>
              </a:gs>
            </a:gsLst>
            <a:lin ang="5400000" scaled="0"/>
          </a:gradFill>
          <a:ln>
            <a:noFill/>
          </a:ln>
          <a:effectLst/>
        </c:spPr>
      </c:pivotFmt>
      <c:pivotFmt>
        <c:idx val="505"/>
        <c:spPr>
          <a:gradFill rotWithShape="1">
            <a:gsLst>
              <a:gs pos="0">
                <a:schemeClr val="accent6">
                  <a:tint val="90000"/>
                  <a:satMod val="103000"/>
                  <a:lumMod val="102000"/>
                  <a:tint val="94000"/>
                </a:schemeClr>
              </a:gs>
              <a:gs pos="50000">
                <a:schemeClr val="accent6">
                  <a:tint val="90000"/>
                  <a:satMod val="110000"/>
                  <a:lumMod val="100000"/>
                  <a:shade val="100000"/>
                </a:schemeClr>
              </a:gs>
              <a:gs pos="100000">
                <a:schemeClr val="accent6">
                  <a:tint val="90000"/>
                  <a:lumMod val="99000"/>
                  <a:satMod val="120000"/>
                  <a:shade val="78000"/>
                </a:schemeClr>
              </a:gs>
            </a:gsLst>
            <a:lin ang="5400000" scaled="0"/>
          </a:gradFill>
          <a:ln>
            <a:noFill/>
          </a:ln>
          <a:effectLst/>
        </c:spPr>
      </c:pivotFmt>
      <c:pivotFmt>
        <c:idx val="506"/>
        <c:spPr>
          <a:gradFill rotWithShape="1">
            <a:gsLst>
              <a:gs pos="0">
                <a:schemeClr val="accent6">
                  <a:tint val="89000"/>
                  <a:satMod val="103000"/>
                  <a:lumMod val="102000"/>
                  <a:tint val="94000"/>
                </a:schemeClr>
              </a:gs>
              <a:gs pos="50000">
                <a:schemeClr val="accent6">
                  <a:tint val="89000"/>
                  <a:satMod val="110000"/>
                  <a:lumMod val="100000"/>
                  <a:shade val="100000"/>
                </a:schemeClr>
              </a:gs>
              <a:gs pos="100000">
                <a:schemeClr val="accent6">
                  <a:tint val="89000"/>
                  <a:lumMod val="99000"/>
                  <a:satMod val="120000"/>
                  <a:shade val="78000"/>
                </a:schemeClr>
              </a:gs>
            </a:gsLst>
            <a:lin ang="5400000" scaled="0"/>
          </a:gradFill>
          <a:ln>
            <a:noFill/>
          </a:ln>
          <a:effectLst/>
        </c:spPr>
      </c:pivotFmt>
      <c:pivotFmt>
        <c:idx val="507"/>
        <c:spPr>
          <a:gradFill rotWithShape="1">
            <a:gsLst>
              <a:gs pos="0">
                <a:schemeClr val="accent6">
                  <a:tint val="88000"/>
                  <a:satMod val="103000"/>
                  <a:lumMod val="102000"/>
                  <a:tint val="94000"/>
                </a:schemeClr>
              </a:gs>
              <a:gs pos="50000">
                <a:schemeClr val="accent6">
                  <a:tint val="88000"/>
                  <a:satMod val="110000"/>
                  <a:lumMod val="100000"/>
                  <a:shade val="100000"/>
                </a:schemeClr>
              </a:gs>
              <a:gs pos="100000">
                <a:schemeClr val="accent6">
                  <a:tint val="88000"/>
                  <a:lumMod val="99000"/>
                  <a:satMod val="120000"/>
                  <a:shade val="78000"/>
                </a:schemeClr>
              </a:gs>
            </a:gsLst>
            <a:lin ang="5400000" scaled="0"/>
          </a:gradFill>
          <a:ln>
            <a:noFill/>
          </a:ln>
          <a:effectLst/>
        </c:spPr>
      </c:pivotFmt>
      <c:pivotFmt>
        <c:idx val="508"/>
        <c:spPr>
          <a:gradFill rotWithShape="1">
            <a:gsLst>
              <a:gs pos="0">
                <a:schemeClr val="accent6">
                  <a:tint val="87000"/>
                  <a:satMod val="103000"/>
                  <a:lumMod val="102000"/>
                  <a:tint val="94000"/>
                </a:schemeClr>
              </a:gs>
              <a:gs pos="50000">
                <a:schemeClr val="accent6">
                  <a:tint val="87000"/>
                  <a:satMod val="110000"/>
                  <a:lumMod val="100000"/>
                  <a:shade val="100000"/>
                </a:schemeClr>
              </a:gs>
              <a:gs pos="100000">
                <a:schemeClr val="accent6">
                  <a:tint val="87000"/>
                  <a:lumMod val="99000"/>
                  <a:satMod val="120000"/>
                  <a:shade val="78000"/>
                </a:schemeClr>
              </a:gs>
            </a:gsLst>
            <a:lin ang="5400000" scaled="0"/>
          </a:gradFill>
          <a:ln>
            <a:noFill/>
          </a:ln>
          <a:effectLst/>
        </c:spPr>
      </c:pivotFmt>
      <c:pivotFmt>
        <c:idx val="509"/>
        <c:spPr>
          <a:gradFill rotWithShape="1">
            <a:gsLst>
              <a:gs pos="0">
                <a:schemeClr val="accent6">
                  <a:tint val="86000"/>
                  <a:satMod val="103000"/>
                  <a:lumMod val="102000"/>
                  <a:tint val="94000"/>
                </a:schemeClr>
              </a:gs>
              <a:gs pos="50000">
                <a:schemeClr val="accent6">
                  <a:tint val="86000"/>
                  <a:satMod val="110000"/>
                  <a:lumMod val="100000"/>
                  <a:shade val="100000"/>
                </a:schemeClr>
              </a:gs>
              <a:gs pos="100000">
                <a:schemeClr val="accent6">
                  <a:tint val="86000"/>
                  <a:lumMod val="99000"/>
                  <a:satMod val="120000"/>
                  <a:shade val="78000"/>
                </a:schemeClr>
              </a:gs>
            </a:gsLst>
            <a:lin ang="5400000" scaled="0"/>
          </a:gradFill>
          <a:ln>
            <a:noFill/>
          </a:ln>
          <a:effectLst/>
        </c:spPr>
      </c:pivotFmt>
      <c:pivotFmt>
        <c:idx val="510"/>
        <c:spPr>
          <a:gradFill rotWithShape="1">
            <a:gsLst>
              <a:gs pos="0">
                <a:schemeClr val="accent6">
                  <a:tint val="85000"/>
                  <a:satMod val="103000"/>
                  <a:lumMod val="102000"/>
                  <a:tint val="94000"/>
                </a:schemeClr>
              </a:gs>
              <a:gs pos="50000">
                <a:schemeClr val="accent6">
                  <a:tint val="85000"/>
                  <a:satMod val="110000"/>
                  <a:lumMod val="100000"/>
                  <a:shade val="100000"/>
                </a:schemeClr>
              </a:gs>
              <a:gs pos="100000">
                <a:schemeClr val="accent6">
                  <a:tint val="85000"/>
                  <a:lumMod val="99000"/>
                  <a:satMod val="120000"/>
                  <a:shade val="78000"/>
                </a:schemeClr>
              </a:gs>
            </a:gsLst>
            <a:lin ang="5400000" scaled="0"/>
          </a:gradFill>
          <a:ln>
            <a:noFill/>
          </a:ln>
          <a:effectLst/>
        </c:spPr>
      </c:pivotFmt>
      <c:pivotFmt>
        <c:idx val="511"/>
        <c:spPr>
          <a:gradFill rotWithShape="1">
            <a:gsLst>
              <a:gs pos="0">
                <a:schemeClr val="accent6">
                  <a:tint val="84000"/>
                  <a:satMod val="103000"/>
                  <a:lumMod val="102000"/>
                  <a:tint val="94000"/>
                </a:schemeClr>
              </a:gs>
              <a:gs pos="50000">
                <a:schemeClr val="accent6">
                  <a:tint val="84000"/>
                  <a:satMod val="110000"/>
                  <a:lumMod val="100000"/>
                  <a:shade val="100000"/>
                </a:schemeClr>
              </a:gs>
              <a:gs pos="100000">
                <a:schemeClr val="accent6">
                  <a:tint val="84000"/>
                  <a:lumMod val="99000"/>
                  <a:satMod val="120000"/>
                  <a:shade val="78000"/>
                </a:schemeClr>
              </a:gs>
            </a:gsLst>
            <a:lin ang="5400000" scaled="0"/>
          </a:gradFill>
          <a:ln>
            <a:noFill/>
          </a:ln>
          <a:effectLst/>
        </c:spPr>
      </c:pivotFmt>
      <c:pivotFmt>
        <c:idx val="512"/>
        <c:spPr>
          <a:gradFill rotWithShape="1">
            <a:gsLst>
              <a:gs pos="0">
                <a:schemeClr val="accent6">
                  <a:tint val="83000"/>
                  <a:satMod val="103000"/>
                  <a:lumMod val="102000"/>
                  <a:tint val="94000"/>
                </a:schemeClr>
              </a:gs>
              <a:gs pos="50000">
                <a:schemeClr val="accent6">
                  <a:tint val="83000"/>
                  <a:satMod val="110000"/>
                  <a:lumMod val="100000"/>
                  <a:shade val="100000"/>
                </a:schemeClr>
              </a:gs>
              <a:gs pos="100000">
                <a:schemeClr val="accent6">
                  <a:tint val="83000"/>
                  <a:lumMod val="99000"/>
                  <a:satMod val="120000"/>
                  <a:shade val="78000"/>
                </a:schemeClr>
              </a:gs>
            </a:gsLst>
            <a:lin ang="5400000" scaled="0"/>
          </a:gradFill>
          <a:ln>
            <a:noFill/>
          </a:ln>
          <a:effectLst/>
        </c:spPr>
      </c:pivotFmt>
      <c:pivotFmt>
        <c:idx val="513"/>
        <c:spPr>
          <a:gradFill rotWithShape="1">
            <a:gsLst>
              <a:gs pos="0">
                <a:schemeClr val="accent6">
                  <a:tint val="82000"/>
                  <a:satMod val="103000"/>
                  <a:lumMod val="102000"/>
                  <a:tint val="94000"/>
                </a:schemeClr>
              </a:gs>
              <a:gs pos="50000">
                <a:schemeClr val="accent6">
                  <a:tint val="82000"/>
                  <a:satMod val="110000"/>
                  <a:lumMod val="100000"/>
                  <a:shade val="100000"/>
                </a:schemeClr>
              </a:gs>
              <a:gs pos="100000">
                <a:schemeClr val="accent6">
                  <a:tint val="82000"/>
                  <a:lumMod val="99000"/>
                  <a:satMod val="120000"/>
                  <a:shade val="78000"/>
                </a:schemeClr>
              </a:gs>
            </a:gsLst>
            <a:lin ang="5400000" scaled="0"/>
          </a:gradFill>
          <a:ln>
            <a:noFill/>
          </a:ln>
          <a:effectLst/>
        </c:spPr>
      </c:pivotFmt>
      <c:pivotFmt>
        <c:idx val="514"/>
        <c:spPr>
          <a:gradFill rotWithShape="1">
            <a:gsLst>
              <a:gs pos="0">
                <a:schemeClr val="accent6">
                  <a:tint val="81000"/>
                  <a:satMod val="103000"/>
                  <a:lumMod val="102000"/>
                  <a:tint val="94000"/>
                </a:schemeClr>
              </a:gs>
              <a:gs pos="50000">
                <a:schemeClr val="accent6">
                  <a:tint val="81000"/>
                  <a:satMod val="110000"/>
                  <a:lumMod val="100000"/>
                  <a:shade val="100000"/>
                </a:schemeClr>
              </a:gs>
              <a:gs pos="100000">
                <a:schemeClr val="accent6">
                  <a:tint val="81000"/>
                  <a:lumMod val="99000"/>
                  <a:satMod val="120000"/>
                  <a:shade val="78000"/>
                </a:schemeClr>
              </a:gs>
            </a:gsLst>
            <a:lin ang="5400000" scaled="0"/>
          </a:gradFill>
          <a:ln>
            <a:noFill/>
          </a:ln>
          <a:effectLst/>
        </c:spPr>
      </c:pivotFmt>
      <c:pivotFmt>
        <c:idx val="515"/>
        <c:spPr>
          <a:gradFill rotWithShape="1">
            <a:gsLst>
              <a:gs pos="0">
                <a:schemeClr val="accent6">
                  <a:tint val="80000"/>
                  <a:satMod val="103000"/>
                  <a:lumMod val="102000"/>
                  <a:tint val="94000"/>
                </a:schemeClr>
              </a:gs>
              <a:gs pos="50000">
                <a:schemeClr val="accent6">
                  <a:tint val="80000"/>
                  <a:satMod val="110000"/>
                  <a:lumMod val="100000"/>
                  <a:shade val="100000"/>
                </a:schemeClr>
              </a:gs>
              <a:gs pos="100000">
                <a:schemeClr val="accent6">
                  <a:tint val="80000"/>
                  <a:lumMod val="99000"/>
                  <a:satMod val="120000"/>
                  <a:shade val="78000"/>
                </a:schemeClr>
              </a:gs>
            </a:gsLst>
            <a:lin ang="5400000" scaled="0"/>
          </a:gradFill>
          <a:ln>
            <a:noFill/>
          </a:ln>
          <a:effectLst/>
        </c:spPr>
      </c:pivotFmt>
      <c:pivotFmt>
        <c:idx val="516"/>
        <c:spPr>
          <a:gradFill rotWithShape="1">
            <a:gsLst>
              <a:gs pos="0">
                <a:schemeClr val="accent6">
                  <a:tint val="79000"/>
                  <a:satMod val="103000"/>
                  <a:lumMod val="102000"/>
                  <a:tint val="94000"/>
                </a:schemeClr>
              </a:gs>
              <a:gs pos="50000">
                <a:schemeClr val="accent6">
                  <a:tint val="79000"/>
                  <a:satMod val="110000"/>
                  <a:lumMod val="100000"/>
                  <a:shade val="100000"/>
                </a:schemeClr>
              </a:gs>
              <a:gs pos="100000">
                <a:schemeClr val="accent6">
                  <a:tint val="79000"/>
                  <a:lumMod val="99000"/>
                  <a:satMod val="120000"/>
                  <a:shade val="78000"/>
                </a:schemeClr>
              </a:gs>
            </a:gsLst>
            <a:lin ang="5400000" scaled="0"/>
          </a:gradFill>
          <a:ln>
            <a:noFill/>
          </a:ln>
          <a:effectLst/>
        </c:spPr>
      </c:pivotFmt>
      <c:pivotFmt>
        <c:idx val="517"/>
        <c:spPr>
          <a:gradFill rotWithShape="1">
            <a:gsLst>
              <a:gs pos="0">
                <a:schemeClr val="accent6">
                  <a:tint val="78000"/>
                  <a:satMod val="103000"/>
                  <a:lumMod val="102000"/>
                  <a:tint val="94000"/>
                </a:schemeClr>
              </a:gs>
              <a:gs pos="50000">
                <a:schemeClr val="accent6">
                  <a:tint val="78000"/>
                  <a:satMod val="110000"/>
                  <a:lumMod val="100000"/>
                  <a:shade val="100000"/>
                </a:schemeClr>
              </a:gs>
              <a:gs pos="100000">
                <a:schemeClr val="accent6">
                  <a:tint val="78000"/>
                  <a:lumMod val="99000"/>
                  <a:satMod val="120000"/>
                  <a:shade val="78000"/>
                </a:schemeClr>
              </a:gs>
            </a:gsLst>
            <a:lin ang="5400000" scaled="0"/>
          </a:gradFill>
          <a:ln>
            <a:noFill/>
          </a:ln>
          <a:effectLst/>
        </c:spPr>
      </c:pivotFmt>
      <c:pivotFmt>
        <c:idx val="518"/>
        <c:spPr>
          <a:gradFill rotWithShape="1">
            <a:gsLst>
              <a:gs pos="0">
                <a:schemeClr val="accent6">
                  <a:tint val="77000"/>
                  <a:satMod val="103000"/>
                  <a:lumMod val="102000"/>
                  <a:tint val="94000"/>
                </a:schemeClr>
              </a:gs>
              <a:gs pos="50000">
                <a:schemeClr val="accent6">
                  <a:tint val="77000"/>
                  <a:satMod val="110000"/>
                  <a:lumMod val="100000"/>
                  <a:shade val="100000"/>
                </a:schemeClr>
              </a:gs>
              <a:gs pos="100000">
                <a:schemeClr val="accent6">
                  <a:tint val="77000"/>
                  <a:lumMod val="99000"/>
                  <a:satMod val="120000"/>
                  <a:shade val="78000"/>
                </a:schemeClr>
              </a:gs>
            </a:gsLst>
            <a:lin ang="5400000" scaled="0"/>
          </a:gradFill>
          <a:ln>
            <a:noFill/>
          </a:ln>
          <a:effectLst/>
        </c:spPr>
      </c:pivotFmt>
      <c:pivotFmt>
        <c:idx val="519"/>
        <c:spPr>
          <a:gradFill rotWithShape="1">
            <a:gsLst>
              <a:gs pos="0">
                <a:schemeClr val="accent6">
                  <a:tint val="76000"/>
                  <a:satMod val="103000"/>
                  <a:lumMod val="102000"/>
                  <a:tint val="94000"/>
                </a:schemeClr>
              </a:gs>
              <a:gs pos="50000">
                <a:schemeClr val="accent6">
                  <a:tint val="76000"/>
                  <a:satMod val="110000"/>
                  <a:lumMod val="100000"/>
                  <a:shade val="100000"/>
                </a:schemeClr>
              </a:gs>
              <a:gs pos="100000">
                <a:schemeClr val="accent6">
                  <a:tint val="76000"/>
                  <a:lumMod val="99000"/>
                  <a:satMod val="120000"/>
                  <a:shade val="78000"/>
                </a:schemeClr>
              </a:gs>
            </a:gsLst>
            <a:lin ang="5400000" scaled="0"/>
          </a:gradFill>
          <a:ln>
            <a:noFill/>
          </a:ln>
          <a:effectLst/>
        </c:spPr>
      </c:pivotFmt>
      <c:pivotFmt>
        <c:idx val="520"/>
        <c:spPr>
          <a:gradFill rotWithShape="1">
            <a:gsLst>
              <a:gs pos="0">
                <a:schemeClr val="accent6">
                  <a:tint val="75000"/>
                  <a:satMod val="103000"/>
                  <a:lumMod val="102000"/>
                  <a:tint val="94000"/>
                </a:schemeClr>
              </a:gs>
              <a:gs pos="50000">
                <a:schemeClr val="accent6">
                  <a:tint val="75000"/>
                  <a:satMod val="110000"/>
                  <a:lumMod val="100000"/>
                  <a:shade val="100000"/>
                </a:schemeClr>
              </a:gs>
              <a:gs pos="100000">
                <a:schemeClr val="accent6">
                  <a:tint val="75000"/>
                  <a:lumMod val="99000"/>
                  <a:satMod val="120000"/>
                  <a:shade val="78000"/>
                </a:schemeClr>
              </a:gs>
            </a:gsLst>
            <a:lin ang="5400000" scaled="0"/>
          </a:gradFill>
          <a:ln>
            <a:noFill/>
          </a:ln>
          <a:effectLst/>
        </c:spPr>
      </c:pivotFmt>
      <c:pivotFmt>
        <c:idx val="521"/>
        <c:spPr>
          <a:gradFill rotWithShape="1">
            <a:gsLst>
              <a:gs pos="0">
                <a:schemeClr val="accent6">
                  <a:tint val="74000"/>
                  <a:satMod val="103000"/>
                  <a:lumMod val="102000"/>
                  <a:tint val="94000"/>
                </a:schemeClr>
              </a:gs>
              <a:gs pos="50000">
                <a:schemeClr val="accent6">
                  <a:tint val="74000"/>
                  <a:satMod val="110000"/>
                  <a:lumMod val="100000"/>
                  <a:shade val="100000"/>
                </a:schemeClr>
              </a:gs>
              <a:gs pos="100000">
                <a:schemeClr val="accent6">
                  <a:tint val="74000"/>
                  <a:lumMod val="99000"/>
                  <a:satMod val="120000"/>
                  <a:shade val="78000"/>
                </a:schemeClr>
              </a:gs>
            </a:gsLst>
            <a:lin ang="5400000" scaled="0"/>
          </a:gradFill>
          <a:ln>
            <a:noFill/>
          </a:ln>
          <a:effectLst/>
        </c:spPr>
      </c:pivotFmt>
      <c:pivotFmt>
        <c:idx val="522"/>
        <c:spPr>
          <a:gradFill rotWithShape="1">
            <a:gsLst>
              <a:gs pos="0">
                <a:schemeClr val="accent6">
                  <a:tint val="73000"/>
                  <a:satMod val="103000"/>
                  <a:lumMod val="102000"/>
                  <a:tint val="94000"/>
                </a:schemeClr>
              </a:gs>
              <a:gs pos="50000">
                <a:schemeClr val="accent6">
                  <a:tint val="73000"/>
                  <a:satMod val="110000"/>
                  <a:lumMod val="100000"/>
                  <a:shade val="100000"/>
                </a:schemeClr>
              </a:gs>
              <a:gs pos="100000">
                <a:schemeClr val="accent6">
                  <a:tint val="73000"/>
                  <a:lumMod val="99000"/>
                  <a:satMod val="120000"/>
                  <a:shade val="78000"/>
                </a:schemeClr>
              </a:gs>
            </a:gsLst>
            <a:lin ang="5400000" scaled="0"/>
          </a:gradFill>
          <a:ln>
            <a:noFill/>
          </a:ln>
          <a:effectLst/>
        </c:spPr>
      </c:pivotFmt>
      <c:pivotFmt>
        <c:idx val="523"/>
        <c:spPr>
          <a:gradFill rotWithShape="1">
            <a:gsLst>
              <a:gs pos="0">
                <a:schemeClr val="accent6">
                  <a:tint val="72000"/>
                  <a:satMod val="103000"/>
                  <a:lumMod val="102000"/>
                  <a:tint val="94000"/>
                </a:schemeClr>
              </a:gs>
              <a:gs pos="50000">
                <a:schemeClr val="accent6">
                  <a:tint val="72000"/>
                  <a:satMod val="110000"/>
                  <a:lumMod val="100000"/>
                  <a:shade val="100000"/>
                </a:schemeClr>
              </a:gs>
              <a:gs pos="100000">
                <a:schemeClr val="accent6">
                  <a:tint val="72000"/>
                  <a:lumMod val="99000"/>
                  <a:satMod val="120000"/>
                  <a:shade val="78000"/>
                </a:schemeClr>
              </a:gs>
            </a:gsLst>
            <a:lin ang="5400000" scaled="0"/>
          </a:gradFill>
          <a:ln>
            <a:noFill/>
          </a:ln>
          <a:effectLst/>
        </c:spPr>
      </c:pivotFmt>
      <c:pivotFmt>
        <c:idx val="524"/>
        <c:spPr>
          <a:gradFill rotWithShape="1">
            <a:gsLst>
              <a:gs pos="0">
                <a:schemeClr val="accent6">
                  <a:tint val="71000"/>
                  <a:satMod val="103000"/>
                  <a:lumMod val="102000"/>
                  <a:tint val="94000"/>
                </a:schemeClr>
              </a:gs>
              <a:gs pos="50000">
                <a:schemeClr val="accent6">
                  <a:tint val="71000"/>
                  <a:satMod val="110000"/>
                  <a:lumMod val="100000"/>
                  <a:shade val="100000"/>
                </a:schemeClr>
              </a:gs>
              <a:gs pos="100000">
                <a:schemeClr val="accent6">
                  <a:tint val="71000"/>
                  <a:lumMod val="99000"/>
                  <a:satMod val="120000"/>
                  <a:shade val="78000"/>
                </a:schemeClr>
              </a:gs>
            </a:gsLst>
            <a:lin ang="5400000" scaled="0"/>
          </a:gradFill>
          <a:ln>
            <a:noFill/>
          </a:ln>
          <a:effectLst/>
        </c:spPr>
      </c:pivotFmt>
      <c:pivotFmt>
        <c:idx val="525"/>
        <c:spPr>
          <a:gradFill rotWithShape="1">
            <a:gsLst>
              <a:gs pos="0">
                <a:schemeClr val="accent6">
                  <a:tint val="70000"/>
                  <a:satMod val="103000"/>
                  <a:lumMod val="102000"/>
                  <a:tint val="94000"/>
                </a:schemeClr>
              </a:gs>
              <a:gs pos="50000">
                <a:schemeClr val="accent6">
                  <a:tint val="70000"/>
                  <a:satMod val="110000"/>
                  <a:lumMod val="100000"/>
                  <a:shade val="100000"/>
                </a:schemeClr>
              </a:gs>
              <a:gs pos="100000">
                <a:schemeClr val="accent6">
                  <a:tint val="70000"/>
                  <a:lumMod val="99000"/>
                  <a:satMod val="120000"/>
                  <a:shade val="78000"/>
                </a:schemeClr>
              </a:gs>
            </a:gsLst>
            <a:lin ang="5400000" scaled="0"/>
          </a:gradFill>
          <a:ln>
            <a:noFill/>
          </a:ln>
          <a:effectLst/>
        </c:spPr>
      </c:pivotFmt>
      <c:pivotFmt>
        <c:idx val="526"/>
        <c:spPr>
          <a:gradFill rotWithShape="1">
            <a:gsLst>
              <a:gs pos="0">
                <a:schemeClr val="accent6">
                  <a:tint val="69000"/>
                  <a:satMod val="103000"/>
                  <a:lumMod val="102000"/>
                  <a:tint val="94000"/>
                </a:schemeClr>
              </a:gs>
              <a:gs pos="50000">
                <a:schemeClr val="accent6">
                  <a:tint val="69000"/>
                  <a:satMod val="110000"/>
                  <a:lumMod val="100000"/>
                  <a:shade val="100000"/>
                </a:schemeClr>
              </a:gs>
              <a:gs pos="100000">
                <a:schemeClr val="accent6">
                  <a:tint val="69000"/>
                  <a:lumMod val="99000"/>
                  <a:satMod val="120000"/>
                  <a:shade val="78000"/>
                </a:schemeClr>
              </a:gs>
            </a:gsLst>
            <a:lin ang="5400000" scaled="0"/>
          </a:gradFill>
          <a:ln>
            <a:noFill/>
          </a:ln>
          <a:effectLst/>
        </c:spPr>
      </c:pivotFmt>
      <c:pivotFmt>
        <c:idx val="527"/>
        <c:spPr>
          <a:gradFill rotWithShape="1">
            <a:gsLst>
              <a:gs pos="0">
                <a:schemeClr val="accent6">
                  <a:tint val="68000"/>
                  <a:satMod val="103000"/>
                  <a:lumMod val="102000"/>
                  <a:tint val="94000"/>
                </a:schemeClr>
              </a:gs>
              <a:gs pos="50000">
                <a:schemeClr val="accent6">
                  <a:tint val="68000"/>
                  <a:satMod val="110000"/>
                  <a:lumMod val="100000"/>
                  <a:shade val="100000"/>
                </a:schemeClr>
              </a:gs>
              <a:gs pos="100000">
                <a:schemeClr val="accent6">
                  <a:tint val="68000"/>
                  <a:lumMod val="99000"/>
                  <a:satMod val="120000"/>
                  <a:shade val="78000"/>
                </a:schemeClr>
              </a:gs>
            </a:gsLst>
            <a:lin ang="5400000" scaled="0"/>
          </a:gradFill>
          <a:ln>
            <a:noFill/>
          </a:ln>
          <a:effectLst/>
        </c:spPr>
      </c:pivotFmt>
      <c:pivotFmt>
        <c:idx val="528"/>
        <c:spPr>
          <a:gradFill rotWithShape="1">
            <a:gsLst>
              <a:gs pos="0">
                <a:schemeClr val="accent6">
                  <a:tint val="67000"/>
                  <a:satMod val="103000"/>
                  <a:lumMod val="102000"/>
                  <a:tint val="94000"/>
                </a:schemeClr>
              </a:gs>
              <a:gs pos="50000">
                <a:schemeClr val="accent6">
                  <a:tint val="67000"/>
                  <a:satMod val="110000"/>
                  <a:lumMod val="100000"/>
                  <a:shade val="100000"/>
                </a:schemeClr>
              </a:gs>
              <a:gs pos="100000">
                <a:schemeClr val="accent6">
                  <a:tint val="67000"/>
                  <a:lumMod val="99000"/>
                  <a:satMod val="120000"/>
                  <a:shade val="78000"/>
                </a:schemeClr>
              </a:gs>
            </a:gsLst>
            <a:lin ang="5400000" scaled="0"/>
          </a:gradFill>
          <a:ln>
            <a:noFill/>
          </a:ln>
          <a:effectLst/>
        </c:spPr>
      </c:pivotFmt>
      <c:pivotFmt>
        <c:idx val="529"/>
        <c:spPr>
          <a:gradFill rotWithShape="1">
            <a:gsLst>
              <a:gs pos="0">
                <a:schemeClr val="accent6">
                  <a:tint val="66000"/>
                  <a:satMod val="103000"/>
                  <a:lumMod val="102000"/>
                  <a:tint val="94000"/>
                </a:schemeClr>
              </a:gs>
              <a:gs pos="50000">
                <a:schemeClr val="accent6">
                  <a:tint val="66000"/>
                  <a:satMod val="110000"/>
                  <a:lumMod val="100000"/>
                  <a:shade val="100000"/>
                </a:schemeClr>
              </a:gs>
              <a:gs pos="100000">
                <a:schemeClr val="accent6">
                  <a:tint val="66000"/>
                  <a:lumMod val="99000"/>
                  <a:satMod val="120000"/>
                  <a:shade val="78000"/>
                </a:schemeClr>
              </a:gs>
            </a:gsLst>
            <a:lin ang="5400000" scaled="0"/>
          </a:gradFill>
          <a:ln>
            <a:noFill/>
          </a:ln>
          <a:effectLst/>
        </c:spPr>
      </c:pivotFmt>
      <c:pivotFmt>
        <c:idx val="530"/>
        <c:spPr>
          <a:gradFill rotWithShape="1">
            <a:gsLst>
              <a:gs pos="0">
                <a:schemeClr val="accent6">
                  <a:tint val="65000"/>
                  <a:satMod val="103000"/>
                  <a:lumMod val="102000"/>
                  <a:tint val="94000"/>
                </a:schemeClr>
              </a:gs>
              <a:gs pos="50000">
                <a:schemeClr val="accent6">
                  <a:tint val="65000"/>
                  <a:satMod val="110000"/>
                  <a:lumMod val="100000"/>
                  <a:shade val="100000"/>
                </a:schemeClr>
              </a:gs>
              <a:gs pos="100000">
                <a:schemeClr val="accent6">
                  <a:tint val="65000"/>
                  <a:lumMod val="99000"/>
                  <a:satMod val="120000"/>
                  <a:shade val="78000"/>
                </a:schemeClr>
              </a:gs>
            </a:gsLst>
            <a:lin ang="5400000" scaled="0"/>
          </a:gradFill>
          <a:ln>
            <a:noFill/>
          </a:ln>
          <a:effectLst/>
        </c:spPr>
      </c:pivotFmt>
      <c:pivotFmt>
        <c:idx val="531"/>
        <c:spPr>
          <a:gradFill rotWithShape="1">
            <a:gsLst>
              <a:gs pos="0">
                <a:schemeClr val="accent6">
                  <a:tint val="64000"/>
                  <a:satMod val="103000"/>
                  <a:lumMod val="102000"/>
                  <a:tint val="94000"/>
                </a:schemeClr>
              </a:gs>
              <a:gs pos="50000">
                <a:schemeClr val="accent6">
                  <a:tint val="64000"/>
                  <a:satMod val="110000"/>
                  <a:lumMod val="100000"/>
                  <a:shade val="100000"/>
                </a:schemeClr>
              </a:gs>
              <a:gs pos="100000">
                <a:schemeClr val="accent6">
                  <a:tint val="64000"/>
                  <a:lumMod val="99000"/>
                  <a:satMod val="120000"/>
                  <a:shade val="78000"/>
                </a:schemeClr>
              </a:gs>
            </a:gsLst>
            <a:lin ang="5400000" scaled="0"/>
          </a:gradFill>
          <a:ln>
            <a:noFill/>
          </a:ln>
          <a:effectLst/>
        </c:spPr>
      </c:pivotFmt>
      <c:pivotFmt>
        <c:idx val="532"/>
        <c:spPr>
          <a:gradFill rotWithShape="1">
            <a:gsLst>
              <a:gs pos="0">
                <a:schemeClr val="accent6">
                  <a:tint val="63000"/>
                  <a:satMod val="103000"/>
                  <a:lumMod val="102000"/>
                  <a:tint val="94000"/>
                </a:schemeClr>
              </a:gs>
              <a:gs pos="50000">
                <a:schemeClr val="accent6">
                  <a:tint val="63000"/>
                  <a:satMod val="110000"/>
                  <a:lumMod val="100000"/>
                  <a:shade val="100000"/>
                </a:schemeClr>
              </a:gs>
              <a:gs pos="100000">
                <a:schemeClr val="accent6">
                  <a:tint val="63000"/>
                  <a:lumMod val="99000"/>
                  <a:satMod val="120000"/>
                  <a:shade val="78000"/>
                </a:schemeClr>
              </a:gs>
            </a:gsLst>
            <a:lin ang="5400000" scaled="0"/>
          </a:gradFill>
          <a:ln>
            <a:noFill/>
          </a:ln>
          <a:effectLst/>
        </c:spPr>
      </c:pivotFmt>
      <c:pivotFmt>
        <c:idx val="533"/>
        <c:spPr>
          <a:gradFill rotWithShape="1">
            <a:gsLst>
              <a:gs pos="0">
                <a:schemeClr val="accent6">
                  <a:tint val="62000"/>
                  <a:satMod val="103000"/>
                  <a:lumMod val="102000"/>
                  <a:tint val="94000"/>
                </a:schemeClr>
              </a:gs>
              <a:gs pos="50000">
                <a:schemeClr val="accent6">
                  <a:tint val="62000"/>
                  <a:satMod val="110000"/>
                  <a:lumMod val="100000"/>
                  <a:shade val="100000"/>
                </a:schemeClr>
              </a:gs>
              <a:gs pos="100000">
                <a:schemeClr val="accent6">
                  <a:tint val="62000"/>
                  <a:lumMod val="99000"/>
                  <a:satMod val="120000"/>
                  <a:shade val="78000"/>
                </a:schemeClr>
              </a:gs>
            </a:gsLst>
            <a:lin ang="5400000" scaled="0"/>
          </a:gradFill>
          <a:ln>
            <a:noFill/>
          </a:ln>
          <a:effectLst/>
        </c:spPr>
      </c:pivotFmt>
      <c:pivotFmt>
        <c:idx val="534"/>
        <c:spPr>
          <a:gradFill rotWithShape="1">
            <a:gsLst>
              <a:gs pos="0">
                <a:schemeClr val="accent6">
                  <a:tint val="61000"/>
                  <a:satMod val="103000"/>
                  <a:lumMod val="102000"/>
                  <a:tint val="94000"/>
                </a:schemeClr>
              </a:gs>
              <a:gs pos="50000">
                <a:schemeClr val="accent6">
                  <a:tint val="61000"/>
                  <a:satMod val="110000"/>
                  <a:lumMod val="100000"/>
                  <a:shade val="100000"/>
                </a:schemeClr>
              </a:gs>
              <a:gs pos="100000">
                <a:schemeClr val="accent6">
                  <a:tint val="61000"/>
                  <a:lumMod val="99000"/>
                  <a:satMod val="120000"/>
                  <a:shade val="78000"/>
                </a:schemeClr>
              </a:gs>
            </a:gsLst>
            <a:lin ang="5400000" scaled="0"/>
          </a:gradFill>
          <a:ln>
            <a:noFill/>
          </a:ln>
          <a:effectLst/>
        </c:spPr>
      </c:pivotFmt>
      <c:pivotFmt>
        <c:idx val="535"/>
        <c:spPr>
          <a:gradFill rotWithShape="1">
            <a:gsLst>
              <a:gs pos="0">
                <a:schemeClr val="accent6">
                  <a:tint val="60000"/>
                  <a:satMod val="103000"/>
                  <a:lumMod val="102000"/>
                  <a:tint val="94000"/>
                </a:schemeClr>
              </a:gs>
              <a:gs pos="50000">
                <a:schemeClr val="accent6">
                  <a:tint val="60000"/>
                  <a:satMod val="110000"/>
                  <a:lumMod val="100000"/>
                  <a:shade val="100000"/>
                </a:schemeClr>
              </a:gs>
              <a:gs pos="100000">
                <a:schemeClr val="accent6">
                  <a:tint val="60000"/>
                  <a:lumMod val="99000"/>
                  <a:satMod val="120000"/>
                  <a:shade val="78000"/>
                </a:schemeClr>
              </a:gs>
            </a:gsLst>
            <a:lin ang="5400000" scaled="0"/>
          </a:gradFill>
          <a:ln>
            <a:noFill/>
          </a:ln>
          <a:effectLst/>
        </c:spPr>
      </c:pivotFmt>
      <c:pivotFmt>
        <c:idx val="536"/>
        <c:spPr>
          <a:gradFill rotWithShape="1">
            <a:gsLst>
              <a:gs pos="0">
                <a:schemeClr val="accent6">
                  <a:tint val="59000"/>
                  <a:satMod val="103000"/>
                  <a:lumMod val="102000"/>
                  <a:tint val="94000"/>
                </a:schemeClr>
              </a:gs>
              <a:gs pos="50000">
                <a:schemeClr val="accent6">
                  <a:tint val="59000"/>
                  <a:satMod val="110000"/>
                  <a:lumMod val="100000"/>
                  <a:shade val="100000"/>
                </a:schemeClr>
              </a:gs>
              <a:gs pos="100000">
                <a:schemeClr val="accent6">
                  <a:tint val="59000"/>
                  <a:lumMod val="99000"/>
                  <a:satMod val="120000"/>
                  <a:shade val="78000"/>
                </a:schemeClr>
              </a:gs>
            </a:gsLst>
            <a:lin ang="5400000" scaled="0"/>
          </a:gradFill>
          <a:ln>
            <a:noFill/>
          </a:ln>
          <a:effectLst/>
        </c:spPr>
      </c:pivotFmt>
      <c:pivotFmt>
        <c:idx val="537"/>
        <c:spPr>
          <a:gradFill rotWithShape="1">
            <a:gsLst>
              <a:gs pos="0">
                <a:schemeClr val="accent6">
                  <a:tint val="58000"/>
                  <a:satMod val="103000"/>
                  <a:lumMod val="102000"/>
                  <a:tint val="94000"/>
                </a:schemeClr>
              </a:gs>
              <a:gs pos="50000">
                <a:schemeClr val="accent6">
                  <a:tint val="58000"/>
                  <a:satMod val="110000"/>
                  <a:lumMod val="100000"/>
                  <a:shade val="100000"/>
                </a:schemeClr>
              </a:gs>
              <a:gs pos="100000">
                <a:schemeClr val="accent6">
                  <a:tint val="58000"/>
                  <a:lumMod val="99000"/>
                  <a:satMod val="120000"/>
                  <a:shade val="78000"/>
                </a:schemeClr>
              </a:gs>
            </a:gsLst>
            <a:lin ang="5400000" scaled="0"/>
          </a:gradFill>
          <a:ln>
            <a:noFill/>
          </a:ln>
          <a:effectLst/>
        </c:spPr>
      </c:pivotFmt>
      <c:pivotFmt>
        <c:idx val="538"/>
        <c:spPr>
          <a:gradFill rotWithShape="1">
            <a:gsLst>
              <a:gs pos="0">
                <a:schemeClr val="accent6">
                  <a:tint val="57000"/>
                  <a:satMod val="103000"/>
                  <a:lumMod val="102000"/>
                  <a:tint val="94000"/>
                </a:schemeClr>
              </a:gs>
              <a:gs pos="50000">
                <a:schemeClr val="accent6">
                  <a:tint val="57000"/>
                  <a:satMod val="110000"/>
                  <a:lumMod val="100000"/>
                  <a:shade val="100000"/>
                </a:schemeClr>
              </a:gs>
              <a:gs pos="100000">
                <a:schemeClr val="accent6">
                  <a:tint val="57000"/>
                  <a:lumMod val="99000"/>
                  <a:satMod val="120000"/>
                  <a:shade val="78000"/>
                </a:schemeClr>
              </a:gs>
            </a:gsLst>
            <a:lin ang="5400000" scaled="0"/>
          </a:gradFill>
          <a:ln>
            <a:noFill/>
          </a:ln>
          <a:effectLst/>
        </c:spPr>
      </c:pivotFmt>
      <c:pivotFmt>
        <c:idx val="539"/>
        <c:spPr>
          <a:gradFill rotWithShape="1">
            <a:gsLst>
              <a:gs pos="0">
                <a:schemeClr val="accent6">
                  <a:tint val="56000"/>
                  <a:satMod val="103000"/>
                  <a:lumMod val="102000"/>
                  <a:tint val="94000"/>
                </a:schemeClr>
              </a:gs>
              <a:gs pos="50000">
                <a:schemeClr val="accent6">
                  <a:tint val="56000"/>
                  <a:satMod val="110000"/>
                  <a:lumMod val="100000"/>
                  <a:shade val="100000"/>
                </a:schemeClr>
              </a:gs>
              <a:gs pos="100000">
                <a:schemeClr val="accent6">
                  <a:tint val="56000"/>
                  <a:lumMod val="99000"/>
                  <a:satMod val="120000"/>
                  <a:shade val="78000"/>
                </a:schemeClr>
              </a:gs>
            </a:gsLst>
            <a:lin ang="5400000" scaled="0"/>
          </a:gradFill>
          <a:ln>
            <a:noFill/>
          </a:ln>
          <a:effectLst/>
        </c:spPr>
      </c:pivotFmt>
      <c:pivotFmt>
        <c:idx val="540"/>
        <c:spPr>
          <a:gradFill rotWithShape="1">
            <a:gsLst>
              <a:gs pos="0">
                <a:schemeClr val="accent6">
                  <a:tint val="55000"/>
                  <a:satMod val="103000"/>
                  <a:lumMod val="102000"/>
                  <a:tint val="94000"/>
                </a:schemeClr>
              </a:gs>
              <a:gs pos="50000">
                <a:schemeClr val="accent6">
                  <a:tint val="55000"/>
                  <a:satMod val="110000"/>
                  <a:lumMod val="100000"/>
                  <a:shade val="100000"/>
                </a:schemeClr>
              </a:gs>
              <a:gs pos="100000">
                <a:schemeClr val="accent6">
                  <a:tint val="55000"/>
                  <a:lumMod val="99000"/>
                  <a:satMod val="120000"/>
                  <a:shade val="78000"/>
                </a:schemeClr>
              </a:gs>
            </a:gsLst>
            <a:lin ang="5400000" scaled="0"/>
          </a:gradFill>
          <a:ln>
            <a:noFill/>
          </a:ln>
          <a:effectLst/>
        </c:spPr>
      </c:pivotFmt>
      <c:pivotFmt>
        <c:idx val="541"/>
        <c:spPr>
          <a:gradFill rotWithShape="1">
            <a:gsLst>
              <a:gs pos="0">
                <a:schemeClr val="accent6">
                  <a:tint val="54000"/>
                  <a:satMod val="103000"/>
                  <a:lumMod val="102000"/>
                  <a:tint val="94000"/>
                </a:schemeClr>
              </a:gs>
              <a:gs pos="50000">
                <a:schemeClr val="accent6">
                  <a:tint val="54000"/>
                  <a:satMod val="110000"/>
                  <a:lumMod val="100000"/>
                  <a:shade val="100000"/>
                </a:schemeClr>
              </a:gs>
              <a:gs pos="100000">
                <a:schemeClr val="accent6">
                  <a:tint val="54000"/>
                  <a:lumMod val="99000"/>
                  <a:satMod val="120000"/>
                  <a:shade val="78000"/>
                </a:schemeClr>
              </a:gs>
            </a:gsLst>
            <a:lin ang="5400000" scaled="0"/>
          </a:gradFill>
          <a:ln>
            <a:noFill/>
          </a:ln>
          <a:effectLst/>
        </c:spPr>
      </c:pivotFmt>
      <c:pivotFmt>
        <c:idx val="542"/>
        <c:spPr>
          <a:gradFill rotWithShape="1">
            <a:gsLst>
              <a:gs pos="0">
                <a:schemeClr val="accent6">
                  <a:tint val="53000"/>
                  <a:satMod val="103000"/>
                  <a:lumMod val="102000"/>
                  <a:tint val="94000"/>
                </a:schemeClr>
              </a:gs>
              <a:gs pos="50000">
                <a:schemeClr val="accent6">
                  <a:tint val="53000"/>
                  <a:satMod val="110000"/>
                  <a:lumMod val="100000"/>
                  <a:shade val="100000"/>
                </a:schemeClr>
              </a:gs>
              <a:gs pos="100000">
                <a:schemeClr val="accent6">
                  <a:tint val="53000"/>
                  <a:lumMod val="99000"/>
                  <a:satMod val="120000"/>
                  <a:shade val="78000"/>
                </a:schemeClr>
              </a:gs>
            </a:gsLst>
            <a:lin ang="5400000" scaled="0"/>
          </a:gradFill>
          <a:ln>
            <a:noFill/>
          </a:ln>
          <a:effectLst/>
        </c:spPr>
      </c:pivotFmt>
      <c:pivotFmt>
        <c:idx val="543"/>
        <c:spPr>
          <a:gradFill rotWithShape="1">
            <a:gsLst>
              <a:gs pos="0">
                <a:schemeClr val="accent6">
                  <a:tint val="52000"/>
                  <a:satMod val="103000"/>
                  <a:lumMod val="102000"/>
                  <a:tint val="94000"/>
                </a:schemeClr>
              </a:gs>
              <a:gs pos="50000">
                <a:schemeClr val="accent6">
                  <a:tint val="52000"/>
                  <a:satMod val="110000"/>
                  <a:lumMod val="100000"/>
                  <a:shade val="100000"/>
                </a:schemeClr>
              </a:gs>
              <a:gs pos="100000">
                <a:schemeClr val="accent6">
                  <a:tint val="52000"/>
                  <a:lumMod val="99000"/>
                  <a:satMod val="120000"/>
                  <a:shade val="78000"/>
                </a:schemeClr>
              </a:gs>
            </a:gsLst>
            <a:lin ang="5400000" scaled="0"/>
          </a:gradFill>
          <a:ln>
            <a:noFill/>
          </a:ln>
          <a:effectLst/>
        </c:spPr>
      </c:pivotFmt>
      <c:pivotFmt>
        <c:idx val="544"/>
        <c:spPr>
          <a:gradFill rotWithShape="1">
            <a:gsLst>
              <a:gs pos="0">
                <a:schemeClr val="accent6">
                  <a:tint val="51000"/>
                  <a:satMod val="103000"/>
                  <a:lumMod val="102000"/>
                  <a:tint val="94000"/>
                </a:schemeClr>
              </a:gs>
              <a:gs pos="50000">
                <a:schemeClr val="accent6">
                  <a:tint val="51000"/>
                  <a:satMod val="110000"/>
                  <a:lumMod val="100000"/>
                  <a:shade val="100000"/>
                </a:schemeClr>
              </a:gs>
              <a:gs pos="100000">
                <a:schemeClr val="accent6">
                  <a:tint val="51000"/>
                  <a:lumMod val="99000"/>
                  <a:satMod val="120000"/>
                  <a:shade val="78000"/>
                </a:schemeClr>
              </a:gs>
            </a:gsLst>
            <a:lin ang="5400000" scaled="0"/>
          </a:gradFill>
          <a:ln>
            <a:noFill/>
          </a:ln>
          <a:effectLst/>
        </c:spPr>
      </c:pivotFmt>
      <c:pivotFmt>
        <c:idx val="545"/>
        <c:spPr>
          <a:gradFill rotWithShape="1">
            <a:gsLst>
              <a:gs pos="0">
                <a:schemeClr val="accent6">
                  <a:tint val="50000"/>
                  <a:satMod val="103000"/>
                  <a:lumMod val="102000"/>
                  <a:tint val="94000"/>
                </a:schemeClr>
              </a:gs>
              <a:gs pos="50000">
                <a:schemeClr val="accent6">
                  <a:tint val="50000"/>
                  <a:satMod val="110000"/>
                  <a:lumMod val="100000"/>
                  <a:shade val="100000"/>
                </a:schemeClr>
              </a:gs>
              <a:gs pos="100000">
                <a:schemeClr val="accent6">
                  <a:tint val="50000"/>
                  <a:lumMod val="99000"/>
                  <a:satMod val="120000"/>
                  <a:shade val="78000"/>
                </a:schemeClr>
              </a:gs>
            </a:gsLst>
            <a:lin ang="5400000" scaled="0"/>
          </a:gradFill>
          <a:ln>
            <a:noFill/>
          </a:ln>
          <a:effectLst/>
        </c:spPr>
      </c:pivotFmt>
      <c:pivotFmt>
        <c:idx val="546"/>
        <c:spPr>
          <a:gradFill rotWithShape="1">
            <a:gsLst>
              <a:gs pos="0">
                <a:schemeClr val="accent6">
                  <a:tint val="49000"/>
                  <a:satMod val="103000"/>
                  <a:lumMod val="102000"/>
                  <a:tint val="94000"/>
                </a:schemeClr>
              </a:gs>
              <a:gs pos="50000">
                <a:schemeClr val="accent6">
                  <a:tint val="49000"/>
                  <a:satMod val="110000"/>
                  <a:lumMod val="100000"/>
                  <a:shade val="100000"/>
                </a:schemeClr>
              </a:gs>
              <a:gs pos="100000">
                <a:schemeClr val="accent6">
                  <a:tint val="49000"/>
                  <a:lumMod val="99000"/>
                  <a:satMod val="120000"/>
                  <a:shade val="78000"/>
                </a:schemeClr>
              </a:gs>
            </a:gsLst>
            <a:lin ang="5400000" scaled="0"/>
          </a:gradFill>
          <a:ln>
            <a:noFill/>
          </a:ln>
          <a:effectLst/>
        </c:spPr>
      </c:pivotFmt>
      <c:pivotFmt>
        <c:idx val="547"/>
        <c:spPr>
          <a:gradFill rotWithShape="1">
            <a:gsLst>
              <a:gs pos="0">
                <a:schemeClr val="accent6">
                  <a:tint val="48000"/>
                  <a:satMod val="103000"/>
                  <a:lumMod val="102000"/>
                  <a:tint val="94000"/>
                </a:schemeClr>
              </a:gs>
              <a:gs pos="50000">
                <a:schemeClr val="accent6">
                  <a:tint val="48000"/>
                  <a:satMod val="110000"/>
                  <a:lumMod val="100000"/>
                  <a:shade val="100000"/>
                </a:schemeClr>
              </a:gs>
              <a:gs pos="100000">
                <a:schemeClr val="accent6">
                  <a:tint val="48000"/>
                  <a:lumMod val="99000"/>
                  <a:satMod val="120000"/>
                  <a:shade val="78000"/>
                </a:schemeClr>
              </a:gs>
            </a:gsLst>
            <a:lin ang="5400000" scaled="0"/>
          </a:gradFill>
          <a:ln>
            <a:noFill/>
          </a:ln>
          <a:effectLst/>
        </c:spPr>
      </c:pivotFmt>
      <c:pivotFmt>
        <c:idx val="548"/>
        <c:spPr>
          <a:gradFill rotWithShape="1">
            <a:gsLst>
              <a:gs pos="0">
                <a:schemeClr val="accent6">
                  <a:tint val="47000"/>
                  <a:satMod val="103000"/>
                  <a:lumMod val="102000"/>
                  <a:tint val="94000"/>
                </a:schemeClr>
              </a:gs>
              <a:gs pos="50000">
                <a:schemeClr val="accent6">
                  <a:tint val="47000"/>
                  <a:satMod val="110000"/>
                  <a:lumMod val="100000"/>
                  <a:shade val="100000"/>
                </a:schemeClr>
              </a:gs>
              <a:gs pos="100000">
                <a:schemeClr val="accent6">
                  <a:tint val="47000"/>
                  <a:lumMod val="99000"/>
                  <a:satMod val="120000"/>
                  <a:shade val="78000"/>
                </a:schemeClr>
              </a:gs>
            </a:gsLst>
            <a:lin ang="5400000" scaled="0"/>
          </a:gradFill>
          <a:ln>
            <a:noFill/>
          </a:ln>
          <a:effectLst/>
        </c:spPr>
      </c:pivotFmt>
      <c:pivotFmt>
        <c:idx val="549"/>
        <c:spPr>
          <a:gradFill rotWithShape="1">
            <a:gsLst>
              <a:gs pos="0">
                <a:schemeClr val="accent6">
                  <a:tint val="46000"/>
                  <a:satMod val="103000"/>
                  <a:lumMod val="102000"/>
                  <a:tint val="94000"/>
                </a:schemeClr>
              </a:gs>
              <a:gs pos="50000">
                <a:schemeClr val="accent6">
                  <a:tint val="46000"/>
                  <a:satMod val="110000"/>
                  <a:lumMod val="100000"/>
                  <a:shade val="100000"/>
                </a:schemeClr>
              </a:gs>
              <a:gs pos="100000">
                <a:schemeClr val="accent6">
                  <a:tint val="46000"/>
                  <a:lumMod val="99000"/>
                  <a:satMod val="120000"/>
                  <a:shade val="78000"/>
                </a:schemeClr>
              </a:gs>
            </a:gsLst>
            <a:lin ang="5400000" scaled="0"/>
          </a:gradFill>
          <a:ln>
            <a:noFill/>
          </a:ln>
          <a:effectLst/>
        </c:spPr>
      </c:pivotFmt>
      <c:pivotFmt>
        <c:idx val="550"/>
        <c:spPr>
          <a:gradFill rotWithShape="1">
            <a:gsLst>
              <a:gs pos="0">
                <a:schemeClr val="accent6">
                  <a:tint val="45000"/>
                  <a:satMod val="103000"/>
                  <a:lumMod val="102000"/>
                  <a:tint val="94000"/>
                </a:schemeClr>
              </a:gs>
              <a:gs pos="50000">
                <a:schemeClr val="accent6">
                  <a:tint val="45000"/>
                  <a:satMod val="110000"/>
                  <a:lumMod val="100000"/>
                  <a:shade val="100000"/>
                </a:schemeClr>
              </a:gs>
              <a:gs pos="100000">
                <a:schemeClr val="accent6">
                  <a:tint val="45000"/>
                  <a:lumMod val="99000"/>
                  <a:satMod val="120000"/>
                  <a:shade val="78000"/>
                </a:schemeClr>
              </a:gs>
            </a:gsLst>
            <a:lin ang="5400000" scaled="0"/>
          </a:gradFill>
          <a:ln>
            <a:noFill/>
          </a:ln>
          <a:effectLst/>
        </c:spPr>
      </c:pivotFmt>
      <c:pivotFmt>
        <c:idx val="551"/>
        <c:spPr>
          <a:gradFill rotWithShape="1">
            <a:gsLst>
              <a:gs pos="0">
                <a:schemeClr val="accent6">
                  <a:tint val="44000"/>
                  <a:satMod val="103000"/>
                  <a:lumMod val="102000"/>
                  <a:tint val="94000"/>
                </a:schemeClr>
              </a:gs>
              <a:gs pos="50000">
                <a:schemeClr val="accent6">
                  <a:tint val="44000"/>
                  <a:satMod val="110000"/>
                  <a:lumMod val="100000"/>
                  <a:shade val="100000"/>
                </a:schemeClr>
              </a:gs>
              <a:gs pos="100000">
                <a:schemeClr val="accent6">
                  <a:tint val="44000"/>
                  <a:lumMod val="99000"/>
                  <a:satMod val="120000"/>
                  <a:shade val="78000"/>
                </a:schemeClr>
              </a:gs>
            </a:gsLst>
            <a:lin ang="5400000" scaled="0"/>
          </a:gradFill>
          <a:ln>
            <a:noFill/>
          </a:ln>
          <a:effectLst/>
        </c:spPr>
      </c:pivotFmt>
      <c:pivotFmt>
        <c:idx val="552"/>
        <c:spPr>
          <a:gradFill rotWithShape="1">
            <a:gsLst>
              <a:gs pos="0">
                <a:schemeClr val="accent6">
                  <a:tint val="43000"/>
                  <a:satMod val="103000"/>
                  <a:lumMod val="102000"/>
                  <a:tint val="94000"/>
                </a:schemeClr>
              </a:gs>
              <a:gs pos="50000">
                <a:schemeClr val="accent6">
                  <a:tint val="43000"/>
                  <a:satMod val="110000"/>
                  <a:lumMod val="100000"/>
                  <a:shade val="100000"/>
                </a:schemeClr>
              </a:gs>
              <a:gs pos="100000">
                <a:schemeClr val="accent6">
                  <a:tint val="43000"/>
                  <a:lumMod val="99000"/>
                  <a:satMod val="120000"/>
                  <a:shade val="78000"/>
                </a:schemeClr>
              </a:gs>
            </a:gsLst>
            <a:lin ang="5400000" scaled="0"/>
          </a:gradFill>
          <a:ln>
            <a:noFill/>
          </a:ln>
          <a:effectLst/>
        </c:spPr>
      </c:pivotFmt>
      <c:pivotFmt>
        <c:idx val="553"/>
        <c:spPr>
          <a:gradFill rotWithShape="1">
            <a:gsLst>
              <a:gs pos="0">
                <a:schemeClr val="accent6">
                  <a:tint val="42000"/>
                  <a:satMod val="103000"/>
                  <a:lumMod val="102000"/>
                  <a:tint val="94000"/>
                </a:schemeClr>
              </a:gs>
              <a:gs pos="50000">
                <a:schemeClr val="accent6">
                  <a:tint val="42000"/>
                  <a:satMod val="110000"/>
                  <a:lumMod val="100000"/>
                  <a:shade val="100000"/>
                </a:schemeClr>
              </a:gs>
              <a:gs pos="100000">
                <a:schemeClr val="accent6">
                  <a:tint val="42000"/>
                  <a:lumMod val="99000"/>
                  <a:satMod val="120000"/>
                  <a:shade val="78000"/>
                </a:schemeClr>
              </a:gs>
            </a:gsLst>
            <a:lin ang="5400000" scaled="0"/>
          </a:gradFill>
          <a:ln>
            <a:noFill/>
          </a:ln>
          <a:effectLst/>
        </c:spPr>
      </c:pivotFmt>
      <c:pivotFmt>
        <c:idx val="554"/>
        <c:spPr>
          <a:gradFill rotWithShape="1">
            <a:gsLst>
              <a:gs pos="0">
                <a:schemeClr val="accent6">
                  <a:tint val="41000"/>
                  <a:satMod val="103000"/>
                  <a:lumMod val="102000"/>
                  <a:tint val="94000"/>
                </a:schemeClr>
              </a:gs>
              <a:gs pos="50000">
                <a:schemeClr val="accent6">
                  <a:tint val="41000"/>
                  <a:satMod val="110000"/>
                  <a:lumMod val="100000"/>
                  <a:shade val="100000"/>
                </a:schemeClr>
              </a:gs>
              <a:gs pos="100000">
                <a:schemeClr val="accent6">
                  <a:tint val="41000"/>
                  <a:lumMod val="99000"/>
                  <a:satMod val="120000"/>
                  <a:shade val="78000"/>
                </a:schemeClr>
              </a:gs>
            </a:gsLst>
            <a:lin ang="5400000" scaled="0"/>
          </a:gradFill>
          <a:ln>
            <a:noFill/>
          </a:ln>
          <a:effectLst/>
        </c:spPr>
      </c:pivotFmt>
      <c:pivotFmt>
        <c:idx val="555"/>
        <c:spPr>
          <a:gradFill rotWithShape="1">
            <a:gsLst>
              <a:gs pos="0">
                <a:schemeClr val="accent6">
                  <a:tint val="40000"/>
                  <a:satMod val="103000"/>
                  <a:lumMod val="102000"/>
                  <a:tint val="94000"/>
                </a:schemeClr>
              </a:gs>
              <a:gs pos="50000">
                <a:schemeClr val="accent6">
                  <a:tint val="40000"/>
                  <a:satMod val="110000"/>
                  <a:lumMod val="100000"/>
                  <a:shade val="100000"/>
                </a:schemeClr>
              </a:gs>
              <a:gs pos="100000">
                <a:schemeClr val="accent6">
                  <a:tint val="40000"/>
                  <a:lumMod val="99000"/>
                  <a:satMod val="120000"/>
                  <a:shade val="78000"/>
                </a:schemeClr>
              </a:gs>
            </a:gsLst>
            <a:lin ang="5400000" scaled="0"/>
          </a:gradFill>
          <a:ln>
            <a:noFill/>
          </a:ln>
          <a:effectLst/>
        </c:spPr>
      </c:pivotFmt>
      <c:pivotFmt>
        <c:idx val="556"/>
        <c:spPr>
          <a:gradFill rotWithShape="1">
            <a:gsLst>
              <a:gs pos="0">
                <a:schemeClr val="accent6">
                  <a:tint val="39000"/>
                  <a:satMod val="103000"/>
                  <a:lumMod val="102000"/>
                  <a:tint val="94000"/>
                </a:schemeClr>
              </a:gs>
              <a:gs pos="50000">
                <a:schemeClr val="accent6">
                  <a:tint val="39000"/>
                  <a:satMod val="110000"/>
                  <a:lumMod val="100000"/>
                  <a:shade val="100000"/>
                </a:schemeClr>
              </a:gs>
              <a:gs pos="100000">
                <a:schemeClr val="accent6">
                  <a:tint val="39000"/>
                  <a:lumMod val="99000"/>
                  <a:satMod val="120000"/>
                  <a:shade val="78000"/>
                </a:schemeClr>
              </a:gs>
            </a:gsLst>
            <a:lin ang="5400000" scaled="0"/>
          </a:gradFill>
          <a:ln>
            <a:noFill/>
          </a:ln>
          <a:effectLst/>
        </c:spPr>
      </c:pivotFmt>
      <c:pivotFmt>
        <c:idx val="557"/>
        <c:spPr>
          <a:gradFill rotWithShape="1">
            <a:gsLst>
              <a:gs pos="0">
                <a:schemeClr val="accent6">
                  <a:tint val="38000"/>
                  <a:satMod val="103000"/>
                  <a:lumMod val="102000"/>
                  <a:tint val="94000"/>
                </a:schemeClr>
              </a:gs>
              <a:gs pos="50000">
                <a:schemeClr val="accent6">
                  <a:tint val="38000"/>
                  <a:satMod val="110000"/>
                  <a:lumMod val="100000"/>
                  <a:shade val="100000"/>
                </a:schemeClr>
              </a:gs>
              <a:gs pos="100000">
                <a:schemeClr val="accent6">
                  <a:tint val="38000"/>
                  <a:lumMod val="99000"/>
                  <a:satMod val="120000"/>
                  <a:shade val="78000"/>
                </a:schemeClr>
              </a:gs>
            </a:gsLst>
            <a:lin ang="5400000" scaled="0"/>
          </a:gradFill>
          <a:ln>
            <a:noFill/>
          </a:ln>
          <a:effectLst/>
        </c:spPr>
      </c:pivotFmt>
      <c:pivotFmt>
        <c:idx val="558"/>
        <c:spPr>
          <a:gradFill rotWithShape="1">
            <a:gsLst>
              <a:gs pos="0">
                <a:schemeClr val="accent6">
                  <a:tint val="37000"/>
                  <a:satMod val="103000"/>
                  <a:lumMod val="102000"/>
                  <a:tint val="94000"/>
                </a:schemeClr>
              </a:gs>
              <a:gs pos="50000">
                <a:schemeClr val="accent6">
                  <a:tint val="37000"/>
                  <a:satMod val="110000"/>
                  <a:lumMod val="100000"/>
                  <a:shade val="100000"/>
                </a:schemeClr>
              </a:gs>
              <a:gs pos="100000">
                <a:schemeClr val="accent6">
                  <a:tint val="37000"/>
                  <a:lumMod val="99000"/>
                  <a:satMod val="120000"/>
                  <a:shade val="78000"/>
                </a:schemeClr>
              </a:gs>
            </a:gsLst>
            <a:lin ang="5400000" scaled="0"/>
          </a:gradFill>
          <a:ln>
            <a:noFill/>
          </a:ln>
          <a:effectLst/>
        </c:spPr>
      </c:pivotFmt>
      <c:pivotFmt>
        <c:idx val="559"/>
        <c:spPr>
          <a:gradFill rotWithShape="1">
            <a:gsLst>
              <a:gs pos="0">
                <a:schemeClr val="accent6">
                  <a:tint val="36000"/>
                  <a:satMod val="103000"/>
                  <a:lumMod val="102000"/>
                  <a:tint val="94000"/>
                </a:schemeClr>
              </a:gs>
              <a:gs pos="50000">
                <a:schemeClr val="accent6">
                  <a:tint val="36000"/>
                  <a:satMod val="110000"/>
                  <a:lumMod val="100000"/>
                  <a:shade val="100000"/>
                </a:schemeClr>
              </a:gs>
              <a:gs pos="100000">
                <a:schemeClr val="accent6">
                  <a:tint val="36000"/>
                  <a:lumMod val="99000"/>
                  <a:satMod val="120000"/>
                  <a:shade val="78000"/>
                </a:schemeClr>
              </a:gs>
            </a:gsLst>
            <a:lin ang="5400000" scaled="0"/>
          </a:gradFill>
          <a:ln>
            <a:noFill/>
          </a:ln>
          <a:effectLst/>
        </c:spPr>
      </c:pivotFmt>
      <c:pivotFmt>
        <c:idx val="560"/>
        <c:spPr>
          <a:gradFill rotWithShape="1">
            <a:gsLst>
              <a:gs pos="0">
                <a:schemeClr val="accent6">
                  <a:tint val="35000"/>
                  <a:satMod val="103000"/>
                  <a:lumMod val="102000"/>
                  <a:tint val="94000"/>
                </a:schemeClr>
              </a:gs>
              <a:gs pos="50000">
                <a:schemeClr val="accent6">
                  <a:tint val="35000"/>
                  <a:satMod val="110000"/>
                  <a:lumMod val="100000"/>
                  <a:shade val="100000"/>
                </a:schemeClr>
              </a:gs>
              <a:gs pos="100000">
                <a:schemeClr val="accent6">
                  <a:tint val="35000"/>
                  <a:lumMod val="99000"/>
                  <a:satMod val="120000"/>
                  <a:shade val="78000"/>
                </a:schemeClr>
              </a:gs>
            </a:gsLst>
            <a:lin ang="5400000" scaled="0"/>
          </a:gradFill>
          <a:ln>
            <a:noFill/>
          </a:ln>
          <a:effectLst/>
        </c:spPr>
      </c:pivotFmt>
      <c:pivotFmt>
        <c:idx val="561"/>
        <c:spPr>
          <a:gradFill rotWithShape="1">
            <a:gsLst>
              <a:gs pos="0">
                <a:schemeClr val="accent6">
                  <a:tint val="34000"/>
                  <a:satMod val="103000"/>
                  <a:lumMod val="102000"/>
                  <a:tint val="94000"/>
                </a:schemeClr>
              </a:gs>
              <a:gs pos="50000">
                <a:schemeClr val="accent6">
                  <a:tint val="34000"/>
                  <a:satMod val="110000"/>
                  <a:lumMod val="100000"/>
                  <a:shade val="100000"/>
                </a:schemeClr>
              </a:gs>
              <a:gs pos="100000">
                <a:schemeClr val="accent6">
                  <a:tint val="34000"/>
                  <a:lumMod val="99000"/>
                  <a:satMod val="120000"/>
                  <a:shade val="78000"/>
                </a:schemeClr>
              </a:gs>
            </a:gsLst>
            <a:lin ang="5400000" scaled="0"/>
          </a:gradFill>
          <a:ln>
            <a:noFill/>
          </a:ln>
          <a:effectLst/>
        </c:spPr>
      </c:pivotFmt>
      <c:pivotFmt>
        <c:idx val="562"/>
        <c:spPr>
          <a:gradFill rotWithShape="1">
            <a:gsLst>
              <a:gs pos="0">
                <a:schemeClr val="accent6">
                  <a:tint val="33000"/>
                  <a:satMod val="103000"/>
                  <a:lumMod val="102000"/>
                  <a:tint val="94000"/>
                </a:schemeClr>
              </a:gs>
              <a:gs pos="50000">
                <a:schemeClr val="accent6">
                  <a:tint val="33000"/>
                  <a:satMod val="110000"/>
                  <a:lumMod val="100000"/>
                  <a:shade val="100000"/>
                </a:schemeClr>
              </a:gs>
              <a:gs pos="100000">
                <a:schemeClr val="accent6">
                  <a:tint val="33000"/>
                  <a:lumMod val="99000"/>
                  <a:satMod val="120000"/>
                  <a:shade val="78000"/>
                </a:schemeClr>
              </a:gs>
            </a:gsLst>
            <a:lin ang="5400000" scaled="0"/>
          </a:gradFill>
          <a:ln>
            <a:noFill/>
          </a:ln>
          <a:effectLst/>
        </c:spPr>
      </c:pivotFmt>
      <c:pivotFmt>
        <c:idx val="563"/>
        <c:spPr>
          <a:gradFill rotWithShape="1">
            <a:gsLst>
              <a:gs pos="0">
                <a:schemeClr val="accent6">
                  <a:tint val="32000"/>
                  <a:satMod val="103000"/>
                  <a:lumMod val="102000"/>
                  <a:tint val="94000"/>
                </a:schemeClr>
              </a:gs>
              <a:gs pos="50000">
                <a:schemeClr val="accent6">
                  <a:tint val="32000"/>
                  <a:satMod val="110000"/>
                  <a:lumMod val="100000"/>
                  <a:shade val="100000"/>
                </a:schemeClr>
              </a:gs>
              <a:gs pos="100000">
                <a:schemeClr val="accent6">
                  <a:tint val="32000"/>
                  <a:lumMod val="99000"/>
                  <a:satMod val="120000"/>
                  <a:shade val="78000"/>
                </a:schemeClr>
              </a:gs>
            </a:gsLst>
            <a:lin ang="5400000" scaled="0"/>
          </a:gradFill>
          <a:ln>
            <a:noFill/>
          </a:ln>
          <a:effectLst/>
        </c:spPr>
      </c:pivotFmt>
      <c:pivotFmt>
        <c:idx val="564"/>
        <c:spPr>
          <a:gradFill rotWithShape="1">
            <a:gsLst>
              <a:gs pos="0">
                <a:schemeClr val="accent6">
                  <a:tint val="31000"/>
                  <a:satMod val="103000"/>
                  <a:lumMod val="102000"/>
                  <a:tint val="94000"/>
                </a:schemeClr>
              </a:gs>
              <a:gs pos="50000">
                <a:schemeClr val="accent6">
                  <a:tint val="31000"/>
                  <a:satMod val="110000"/>
                  <a:lumMod val="100000"/>
                  <a:shade val="100000"/>
                </a:schemeClr>
              </a:gs>
              <a:gs pos="100000">
                <a:schemeClr val="accent6">
                  <a:tint val="31000"/>
                  <a:lumMod val="99000"/>
                  <a:satMod val="120000"/>
                  <a:shade val="78000"/>
                </a:schemeClr>
              </a:gs>
            </a:gsLst>
            <a:lin ang="5400000" scaled="0"/>
          </a:gradFill>
          <a:ln>
            <a:noFill/>
          </a:ln>
          <a:effectLst/>
        </c:spPr>
      </c:pivotFmt>
    </c:pivotFmts>
    <c:plotArea>
      <c:layout/>
      <c:ofPieChart>
        <c:ofPieType val="bar"/>
        <c:varyColors val="1"/>
        <c:dLbls>
          <c:showLegendKey val="0"/>
          <c:showVal val="0"/>
          <c:showCatName val="0"/>
          <c:showSerName val="0"/>
          <c:showPercent val="0"/>
          <c:showBubbleSize val="0"/>
          <c:showLeaderLines val="0"/>
        </c:dLbls>
        <c:gapWidth val="100"/>
        <c:secondPieSize val="75"/>
        <c:serLines>
          <c:spPr>
            <a:ln w="9525">
              <a:solidFill>
                <a:schemeClr val="tx2">
                  <a:lumMod val="60000"/>
                  <a:lumOff val="40000"/>
                </a:schemeClr>
              </a:solidFill>
              <a:prstDash val="dash"/>
            </a:ln>
            <a:effectLst/>
          </c:spPr>
        </c:serLines>
      </c:of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9">
  <a:schemeClr val="accent6"/>
</cs:colorStyle>
</file>

<file path=ppt/charts/colors2.xml><?xml version="1.0" encoding="utf-8"?>
<cs:colorStyle xmlns:cs="http://schemas.microsoft.com/office/drawing/2012/chartStyle" xmlns:a="http://schemas.openxmlformats.org/drawingml/2006/main" meth="withinLinear" id="19">
  <a:schemeClr val="accent6"/>
</cs:colorStyle>
</file>

<file path=ppt/charts/colors3.xml><?xml version="1.0" encoding="utf-8"?>
<cs:colorStyle xmlns:cs="http://schemas.microsoft.com/office/drawing/2012/chartStyle" xmlns:a="http://schemas.openxmlformats.org/drawingml/2006/main" meth="withinLinearReversed" id="26">
  <a:schemeClr val="accent6"/>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9">
  <a:schemeClr val="accent6"/>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6">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10.png"/></Relationships>
</file>

<file path=ppt/drawings/_rels/drawing2.xml.rels><?xml version="1.0" encoding="UTF-8" standalone="yes"?>
<Relationships xmlns="http://schemas.openxmlformats.org/package/2006/relationships"><Relationship Id="rId1" Type="http://schemas.openxmlformats.org/officeDocument/2006/relationships/image" Target="../media/image10.png"/></Relationships>
</file>

<file path=ppt/drawings/_rels/drawing3.xml.rels><?xml version="1.0" encoding="UTF-8" standalone="yes"?>
<Relationships xmlns="http://schemas.openxmlformats.org/package/2006/relationships"><Relationship Id="rId1" Type="http://schemas.openxmlformats.org/officeDocument/2006/relationships/image" Target="../media/image11.png"/></Relationships>
</file>

<file path=ppt/drawings/_rels/drawing4.xml.rels><?xml version="1.0" encoding="UTF-8" standalone="yes"?>
<Relationships xmlns="http://schemas.openxmlformats.org/package/2006/relationships"><Relationship Id="rId1" Type="http://schemas.openxmlformats.org/officeDocument/2006/relationships/image" Target="../media/image12.png"/></Relationships>
</file>

<file path=ppt/drawings/_rels/drawing5.xml.rels><?xml version="1.0" encoding="UTF-8" standalone="yes"?>
<Relationships xmlns="http://schemas.openxmlformats.org/package/2006/relationships"><Relationship Id="rId1" Type="http://schemas.openxmlformats.org/officeDocument/2006/relationships/image" Target="../media/image13.png"/></Relationships>
</file>

<file path=ppt/drawings/_rels/drawing6.xml.rels><?xml version="1.0" encoding="UTF-8" standalone="yes"?>
<Relationships xmlns="http://schemas.openxmlformats.org/package/2006/relationships"><Relationship Id="rId1" Type="http://schemas.openxmlformats.org/officeDocument/2006/relationships/image" Target="../media/image14.png"/></Relationships>
</file>

<file path=ppt/drawings/drawing1.xml><?xml version="1.0" encoding="utf-8"?>
<c:userShapes xmlns:c="http://schemas.openxmlformats.org/drawingml/2006/chart">
  <cdr:relSizeAnchor xmlns:cdr="http://schemas.openxmlformats.org/drawingml/2006/chartDrawing">
    <cdr:from>
      <cdr:x>0</cdr:x>
      <cdr:y>2.29546E-7</cdr:y>
    </cdr:from>
    <cdr:to>
      <cdr:x>1</cdr:x>
      <cdr:y>1</cdr:y>
    </cdr:to>
    <cdr:pic>
      <cdr:nvPicPr>
        <cdr:cNvPr id="3" name="Picture 2">
          <a:extLst xmlns:a="http://schemas.openxmlformats.org/drawingml/2006/main">
            <a:ext uri="{FF2B5EF4-FFF2-40B4-BE49-F238E27FC236}">
              <a16:creationId xmlns:a16="http://schemas.microsoft.com/office/drawing/2014/main" id="{4017F112-3101-617B-0E4D-A99D7E3FF2E8}"/>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0" y="1"/>
          <a:ext cx="4573905" cy="4356431"/>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0.01063</cdr:x>
      <cdr:y>0.01053</cdr:y>
    </cdr:from>
    <cdr:to>
      <cdr:x>1</cdr:x>
      <cdr:y>1</cdr:y>
    </cdr:to>
    <cdr:pic>
      <cdr:nvPicPr>
        <cdr:cNvPr id="2" name="Picture 1">
          <a:extLst xmlns:a="http://schemas.openxmlformats.org/drawingml/2006/main">
            <a:ext uri="{FF2B5EF4-FFF2-40B4-BE49-F238E27FC236}">
              <a16:creationId xmlns:a16="http://schemas.microsoft.com/office/drawing/2014/main" id="{160BDCC5-23DD-8C70-A6F6-44E110E5514A}"/>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50800" y="50801"/>
          <a:ext cx="4726882" cy="4771470"/>
        </a:xfrm>
        <a:prstGeom xmlns:a="http://schemas.openxmlformats.org/drawingml/2006/main" prst="rect">
          <a:avLst/>
        </a:prstGeom>
      </cdr:spPr>
    </cdr:pic>
  </cdr:relSizeAnchor>
</c:userShapes>
</file>

<file path=ppt/drawings/drawing3.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a:extLst xmlns:a="http://schemas.openxmlformats.org/drawingml/2006/main">
            <a:ext uri="{FF2B5EF4-FFF2-40B4-BE49-F238E27FC236}">
              <a16:creationId xmlns:a16="http://schemas.microsoft.com/office/drawing/2014/main" id="{A43E34DC-0D18-EC5C-9D76-8CCFCCD49F61}"/>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0" y="0"/>
          <a:ext cx="14708653" cy="3372321"/>
        </a:xfrm>
        <a:prstGeom xmlns:a="http://schemas.openxmlformats.org/drawingml/2006/main" prst="rect">
          <a:avLst/>
        </a:prstGeom>
      </cdr:spPr>
    </cdr:pic>
  </cdr:relSizeAnchor>
</c:userShapes>
</file>

<file path=ppt/drawings/drawing4.xml><?xml version="1.0" encoding="utf-8"?>
<c:userShapes xmlns:c="http://schemas.openxmlformats.org/drawingml/2006/chart">
  <cdr:relSizeAnchor xmlns:cdr="http://schemas.openxmlformats.org/drawingml/2006/chartDrawing">
    <cdr:from>
      <cdr:x>0.33646</cdr:x>
      <cdr:y>0.57465</cdr:y>
    </cdr:from>
    <cdr:to>
      <cdr:x>0.53646</cdr:x>
      <cdr:y>0.90799</cdr:y>
    </cdr:to>
    <cdr:sp macro="" textlink="">
      <cdr:nvSpPr>
        <cdr:cNvPr id="2" name="TextBox 1">
          <a:extLst xmlns:a="http://schemas.openxmlformats.org/drawingml/2006/main">
            <a:ext uri="{FF2B5EF4-FFF2-40B4-BE49-F238E27FC236}">
              <a16:creationId xmlns:a16="http://schemas.microsoft.com/office/drawing/2014/main" id="{D211768C-0844-5CD8-A992-22F773772FF8}"/>
            </a:ext>
          </a:extLst>
        </cdr:cNvPr>
        <cdr:cNvSpPr txBox="1"/>
      </cdr:nvSpPr>
      <cdr:spPr>
        <a:xfrm xmlns:a="http://schemas.openxmlformats.org/drawingml/2006/main">
          <a:off x="1538288" y="1576388"/>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cdr:x>
      <cdr:y>0</cdr:y>
    </cdr:from>
    <cdr:to>
      <cdr:x>0.96973</cdr:x>
      <cdr:y>1</cdr:y>
    </cdr:to>
    <cdr:pic>
      <cdr:nvPicPr>
        <cdr:cNvPr id="5" name="Picture 4">
          <a:extLst xmlns:a="http://schemas.openxmlformats.org/drawingml/2006/main">
            <a:ext uri="{FF2B5EF4-FFF2-40B4-BE49-F238E27FC236}">
              <a16:creationId xmlns:a16="http://schemas.microsoft.com/office/drawing/2014/main" id="{E216D4DA-0DD9-601F-D7CF-949BC876028F}"/>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0" y="0"/>
          <a:ext cx="4448796" cy="4091326"/>
        </a:xfrm>
        <a:prstGeom xmlns:a="http://schemas.openxmlformats.org/drawingml/2006/main" prst="rect">
          <a:avLst/>
        </a:prstGeom>
      </cdr:spPr>
    </cdr:pic>
  </cdr:relSizeAnchor>
</c:userShapes>
</file>

<file path=ppt/drawings/drawing5.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a:extLst xmlns:a="http://schemas.openxmlformats.org/drawingml/2006/main">
            <a:ext uri="{FF2B5EF4-FFF2-40B4-BE49-F238E27FC236}">
              <a16:creationId xmlns:a16="http://schemas.microsoft.com/office/drawing/2014/main" id="{76E0877A-6404-8C13-09FF-B712F330C2EA}"/>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0" y="0"/>
          <a:ext cx="5179728" cy="4488150"/>
        </a:xfrm>
        <a:prstGeom xmlns:a="http://schemas.openxmlformats.org/drawingml/2006/main" prst="rect">
          <a:avLst/>
        </a:prstGeom>
      </cdr:spPr>
    </cdr:pic>
  </cdr:relSizeAnchor>
</c:userShapes>
</file>

<file path=ppt/drawings/drawing6.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a:extLst xmlns:a="http://schemas.openxmlformats.org/drawingml/2006/main">
            <a:ext uri="{FF2B5EF4-FFF2-40B4-BE49-F238E27FC236}">
              <a16:creationId xmlns:a16="http://schemas.microsoft.com/office/drawing/2014/main" id="{089126A8-0CC7-6A70-4FCB-21F42D3AF00D}"/>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0" y="0"/>
          <a:ext cx="11059119" cy="3014748"/>
        </a:xfrm>
        <a:prstGeom xmlns:a="http://schemas.openxmlformats.org/drawingml/2006/main" prst="rect">
          <a:avLst/>
        </a:prstGeom>
      </cdr:spPr>
    </cdr:pic>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17570C-AB66-4AE1-9C5A-10EA06BE747C}"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2FCF1E-9314-4AD4-80A0-8E96CAC10AF0}" type="slidenum">
              <a:rPr lang="en-IN" smtClean="0"/>
              <a:t>‹#›</a:t>
            </a:fld>
            <a:endParaRPr lang="en-IN"/>
          </a:p>
        </p:txBody>
      </p:sp>
    </p:spTree>
    <p:extLst>
      <p:ext uri="{BB962C8B-B14F-4D97-AF65-F5344CB8AC3E}">
        <p14:creationId xmlns:p14="http://schemas.microsoft.com/office/powerpoint/2010/main" val="2724547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17570C-AB66-4AE1-9C5A-10EA06BE747C}"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2FCF1E-9314-4AD4-80A0-8E96CAC10AF0}" type="slidenum">
              <a:rPr lang="en-IN" smtClean="0"/>
              <a:t>‹#›</a:t>
            </a:fld>
            <a:endParaRPr lang="en-IN"/>
          </a:p>
        </p:txBody>
      </p:sp>
    </p:spTree>
    <p:extLst>
      <p:ext uri="{BB962C8B-B14F-4D97-AF65-F5344CB8AC3E}">
        <p14:creationId xmlns:p14="http://schemas.microsoft.com/office/powerpoint/2010/main" val="763756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17570C-AB66-4AE1-9C5A-10EA06BE747C}"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2FCF1E-9314-4AD4-80A0-8E96CAC10AF0}" type="slidenum">
              <a:rPr lang="en-IN" smtClean="0"/>
              <a:t>‹#›</a:t>
            </a:fld>
            <a:endParaRPr lang="en-IN"/>
          </a:p>
        </p:txBody>
      </p:sp>
    </p:spTree>
    <p:extLst>
      <p:ext uri="{BB962C8B-B14F-4D97-AF65-F5344CB8AC3E}">
        <p14:creationId xmlns:p14="http://schemas.microsoft.com/office/powerpoint/2010/main" val="917186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A17570C-AB66-4AE1-9C5A-10EA06BE747C}" type="datetimeFigureOut">
              <a:rPr lang="en-IN" smtClean="0"/>
              <a:t>08-03-2026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2FCF1E-9314-4AD4-80A0-8E96CAC10AF0}" type="slidenum">
              <a:rPr lang="en-IN" smtClean="0"/>
              <a:t>‹#›</a:t>
            </a:fld>
            <a:endParaRPr lang="en-IN"/>
          </a:p>
        </p:txBody>
      </p:sp>
    </p:spTree>
    <p:extLst>
      <p:ext uri="{BB962C8B-B14F-4D97-AF65-F5344CB8AC3E}">
        <p14:creationId xmlns:p14="http://schemas.microsoft.com/office/powerpoint/2010/main" val="112277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A17570C-AB66-4AE1-9C5A-10EA06BE747C}" type="datetimeFigureOut">
              <a:rPr lang="en-IN" smtClean="0"/>
              <a:t>08-03-2026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2FCF1E-9314-4AD4-80A0-8E96CAC10AF0}" type="slidenum">
              <a:rPr lang="en-IN" smtClean="0"/>
              <a:t>‹#›</a:t>
            </a:fld>
            <a:endParaRPr lang="en-IN"/>
          </a:p>
        </p:txBody>
      </p:sp>
    </p:spTree>
    <p:extLst>
      <p:ext uri="{BB962C8B-B14F-4D97-AF65-F5344CB8AC3E}">
        <p14:creationId xmlns:p14="http://schemas.microsoft.com/office/powerpoint/2010/main" val="39620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17570C-AB66-4AE1-9C5A-10EA06BE747C}" type="datetimeFigureOut">
              <a:rPr lang="en-IN" smtClean="0"/>
              <a:t>08-03-2026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62FCF1E-9314-4AD4-80A0-8E96CAC10AF0}" type="slidenum">
              <a:rPr lang="en-IN" smtClean="0"/>
              <a:t>‹#›</a:t>
            </a:fld>
            <a:endParaRPr lang="en-IN"/>
          </a:p>
        </p:txBody>
      </p:sp>
    </p:spTree>
    <p:extLst>
      <p:ext uri="{BB962C8B-B14F-4D97-AF65-F5344CB8AC3E}">
        <p14:creationId xmlns:p14="http://schemas.microsoft.com/office/powerpoint/2010/main" val="229023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17570C-AB66-4AE1-9C5A-10EA06BE747C}" type="datetimeFigureOut">
              <a:rPr lang="en-IN" smtClean="0"/>
              <a:t>08-03-2026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62FCF1E-9314-4AD4-80A0-8E96CAC10AF0}" type="slidenum">
              <a:rPr lang="en-IN" smtClean="0"/>
              <a:t>‹#›</a:t>
            </a:fld>
            <a:endParaRPr lang="en-IN"/>
          </a:p>
        </p:txBody>
      </p:sp>
    </p:spTree>
    <p:extLst>
      <p:ext uri="{BB962C8B-B14F-4D97-AF65-F5344CB8AC3E}">
        <p14:creationId xmlns:p14="http://schemas.microsoft.com/office/powerpoint/2010/main" val="1691310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A17570C-AB66-4AE1-9C5A-10EA06BE747C}" type="datetimeFigureOut">
              <a:rPr lang="en-IN" smtClean="0"/>
              <a:t>08-03-2026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2FCF1E-9314-4AD4-80A0-8E96CAC10AF0}" type="slidenum">
              <a:rPr lang="en-IN" smtClean="0"/>
              <a:t>‹#›</a:t>
            </a:fld>
            <a:endParaRPr lang="en-IN"/>
          </a:p>
        </p:txBody>
      </p:sp>
    </p:spTree>
    <p:extLst>
      <p:ext uri="{BB962C8B-B14F-4D97-AF65-F5344CB8AC3E}">
        <p14:creationId xmlns:p14="http://schemas.microsoft.com/office/powerpoint/2010/main" val="1860649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17570C-AB66-4AE1-9C5A-10EA06BE747C}" type="datetimeFigureOut">
              <a:rPr lang="en-IN" smtClean="0"/>
              <a:t>08-03-2026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62FCF1E-9314-4AD4-80A0-8E96CAC10AF0}" type="slidenum">
              <a:rPr lang="en-IN" smtClean="0"/>
              <a:t>‹#›</a:t>
            </a:fld>
            <a:endParaRPr lang="en-IN"/>
          </a:p>
        </p:txBody>
      </p:sp>
    </p:spTree>
    <p:extLst>
      <p:ext uri="{BB962C8B-B14F-4D97-AF65-F5344CB8AC3E}">
        <p14:creationId xmlns:p14="http://schemas.microsoft.com/office/powerpoint/2010/main" val="3500810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17570C-AB66-4AE1-9C5A-10EA06BE747C}"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2FCF1E-9314-4AD4-80A0-8E96CAC10AF0}" type="slidenum">
              <a:rPr lang="en-IN" smtClean="0"/>
              <a:t>‹#›</a:t>
            </a:fld>
            <a:endParaRPr lang="en-IN"/>
          </a:p>
        </p:txBody>
      </p:sp>
    </p:spTree>
    <p:extLst>
      <p:ext uri="{BB962C8B-B14F-4D97-AF65-F5344CB8AC3E}">
        <p14:creationId xmlns:p14="http://schemas.microsoft.com/office/powerpoint/2010/main" val="2239341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17570C-AB66-4AE1-9C5A-10EA06BE747C}"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2FCF1E-9314-4AD4-80A0-8E96CAC10AF0}"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4710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17570C-AB66-4AE1-9C5A-10EA06BE747C}"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2FCF1E-9314-4AD4-80A0-8E96CAC10AF0}" type="slidenum">
              <a:rPr lang="en-IN" smtClean="0"/>
              <a:t>‹#›</a:t>
            </a:fld>
            <a:endParaRPr lang="en-IN"/>
          </a:p>
        </p:txBody>
      </p:sp>
    </p:spTree>
    <p:extLst>
      <p:ext uri="{BB962C8B-B14F-4D97-AF65-F5344CB8AC3E}">
        <p14:creationId xmlns:p14="http://schemas.microsoft.com/office/powerpoint/2010/main" val="37927060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17570C-AB66-4AE1-9C5A-10EA06BE747C}"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2FCF1E-9314-4AD4-80A0-8E96CAC10AF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467433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17570C-AB66-4AE1-9C5A-10EA06BE747C}"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2FCF1E-9314-4AD4-80A0-8E96CAC10AF0}" type="slidenum">
              <a:rPr lang="en-IN" smtClean="0"/>
              <a:t>‹#›</a:t>
            </a:fld>
            <a:endParaRPr lang="en-IN"/>
          </a:p>
        </p:txBody>
      </p:sp>
    </p:spTree>
    <p:extLst>
      <p:ext uri="{BB962C8B-B14F-4D97-AF65-F5344CB8AC3E}">
        <p14:creationId xmlns:p14="http://schemas.microsoft.com/office/powerpoint/2010/main" val="37437871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17570C-AB66-4AE1-9C5A-10EA06BE747C}"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2FCF1E-9314-4AD4-80A0-8E96CAC10AF0}" type="slidenum">
              <a:rPr lang="en-IN" smtClean="0"/>
              <a:t>‹#›</a:t>
            </a:fld>
            <a:endParaRPr lang="en-IN"/>
          </a:p>
        </p:txBody>
      </p:sp>
    </p:spTree>
    <p:extLst>
      <p:ext uri="{BB962C8B-B14F-4D97-AF65-F5344CB8AC3E}">
        <p14:creationId xmlns:p14="http://schemas.microsoft.com/office/powerpoint/2010/main" val="372712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17570C-AB66-4AE1-9C5A-10EA06BE747C}" type="datetimeFigureOut">
              <a:rPr lang="en-IN" smtClean="0"/>
              <a:t>08-03-2026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2FCF1E-9314-4AD4-80A0-8E96CAC10AF0}" type="slidenum">
              <a:rPr lang="en-IN" smtClean="0"/>
              <a:t>‹#›</a:t>
            </a:fld>
            <a:endParaRPr lang="en-IN"/>
          </a:p>
        </p:txBody>
      </p:sp>
    </p:spTree>
    <p:extLst>
      <p:ext uri="{BB962C8B-B14F-4D97-AF65-F5344CB8AC3E}">
        <p14:creationId xmlns:p14="http://schemas.microsoft.com/office/powerpoint/2010/main" val="188290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A17570C-AB66-4AE1-9C5A-10EA06BE747C}" type="datetimeFigureOut">
              <a:rPr lang="en-IN" smtClean="0"/>
              <a:t>08-03-2026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62FCF1E-9314-4AD4-80A0-8E96CAC10AF0}" type="slidenum">
              <a:rPr lang="en-IN" smtClean="0"/>
              <a:t>‹#›</a:t>
            </a:fld>
            <a:endParaRPr lang="en-IN"/>
          </a:p>
        </p:txBody>
      </p:sp>
    </p:spTree>
    <p:extLst>
      <p:ext uri="{BB962C8B-B14F-4D97-AF65-F5344CB8AC3E}">
        <p14:creationId xmlns:p14="http://schemas.microsoft.com/office/powerpoint/2010/main" val="3846496409"/>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 id="2147483823" r:id="rId12"/>
    <p:sldLayoutId id="2147483824" r:id="rId13"/>
    <p:sldLayoutId id="2147483825" r:id="rId14"/>
    <p:sldLayoutId id="2147483826" r:id="rId15"/>
    <p:sldLayoutId id="214748382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DED7222-5AB6-9496-CC3E-29AD2FFB2D7A}"/>
              </a:ext>
            </a:extLst>
          </p:cNvPr>
          <p:cNvSpPr>
            <a:spLocks noGrp="1"/>
          </p:cNvSpPr>
          <p:nvPr>
            <p:ph type="subTitle" idx="1"/>
          </p:nvPr>
        </p:nvSpPr>
        <p:spPr>
          <a:xfrm>
            <a:off x="10896" y="3076674"/>
            <a:ext cx="3657599" cy="704652"/>
          </a:xfrm>
        </p:spPr>
        <p:txBody>
          <a:bodyPr>
            <a:noAutofit/>
          </a:bodyPr>
          <a:lstStyle/>
          <a:p>
            <a:r>
              <a:rPr lang="en-IN" sz="4800" dirty="0">
                <a:solidFill>
                  <a:schemeClr val="tx1"/>
                </a:solidFill>
                <a:latin typeface="Arial Black" panose="020B0A04020102020204" pitchFamily="34" charset="0"/>
              </a:rPr>
              <a:t>Bank</a:t>
            </a:r>
          </a:p>
          <a:p>
            <a:r>
              <a:rPr lang="en-IN" sz="4800" dirty="0">
                <a:solidFill>
                  <a:schemeClr val="tx1"/>
                </a:solidFill>
                <a:latin typeface="Arial Black" panose="020B0A04020102020204" pitchFamily="34" charset="0"/>
              </a:rPr>
              <a:t> Analysis</a:t>
            </a:r>
          </a:p>
        </p:txBody>
      </p:sp>
      <p:sp>
        <p:nvSpPr>
          <p:cNvPr id="4" name="AutoShape 2" descr="Core Banking Solutions CBS): Meaning, Types, Benefits &amp; Trends">
            <a:extLst>
              <a:ext uri="{FF2B5EF4-FFF2-40B4-BE49-F238E27FC236}">
                <a16:creationId xmlns:a16="http://schemas.microsoft.com/office/drawing/2014/main" id="{92DE4DE2-B197-2834-4A07-E2F90B83DD8D}"/>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F54ACBDA-C1AA-5ECE-24B0-86AF78AD2A4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E9C0A785-9786-9A11-F8C4-90160FDBAF31}"/>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01D71BD5-FD51-DE62-39F8-B5247C4B00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D95C5CDD-EC10-B541-D089-FF1D7C0FEBCA}"/>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pic>
        <p:nvPicPr>
          <p:cNvPr id="1034" name="Picture 10" descr="How Will the Naira Devaluation Affect the Nigerian Banking Sector?">
            <a:extLst>
              <a:ext uri="{FF2B5EF4-FFF2-40B4-BE49-F238E27FC236}">
                <a16:creationId xmlns:a16="http://schemas.microsoft.com/office/drawing/2014/main" id="{00EBE902-5A43-5DD0-037B-382FC56E9F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6358" y="0"/>
            <a:ext cx="11597836" cy="632103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982284065"/>
      </p:ext>
    </p:extLst>
  </p:cSld>
  <p:clrMapOvr>
    <a:masterClrMapping/>
  </p:clrMapOvr>
  <mc:AlternateContent xmlns:mc="http://schemas.openxmlformats.org/markup-compatibility/2006" xmlns:p14="http://schemas.microsoft.com/office/powerpoint/2010/main">
    <mc:Choice Requires="p14">
      <p:transition spd="slow" p14:dur="2000" advTm="1992"/>
    </mc:Choice>
    <mc:Fallback xmlns="">
      <p:transition spd="slow" advTm="19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3">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
                                            <p:txEl>
                                              <p:pRg st="0" end="0"/>
                                            </p:txEl>
                                          </p:spTgt>
                                        </p:tgtEl>
                                      </p:cBhvr>
                                    </p:animEffect>
                                  </p:childTnLst>
                                </p:cTn>
                              </p:par>
                              <p:par>
                                <p:cTn id="12" presetID="41" presetClass="entr" presetSubtype="0" fill="hold" grpId="0" nodeType="withEffect">
                                  <p:stCondLst>
                                    <p:cond delay="0"/>
                                  </p:stCondLst>
                                  <p:iterate type="lt">
                                    <p:tmPct val="10000"/>
                                  </p:iterate>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3">
                                            <p:txEl>
                                              <p:pRg st="1" end="1"/>
                                            </p:txEl>
                                          </p:spTgt>
                                        </p:tgtEl>
                                        <p:attrNameLst>
                                          <p:attrName>ppt_y</p:attrName>
                                        </p:attrNameLst>
                                      </p:cBhvr>
                                      <p:tavLst>
                                        <p:tav tm="0">
                                          <p:val>
                                            <p:strVal val="#ppt_y"/>
                                          </p:val>
                                        </p:tav>
                                        <p:tav tm="100000">
                                          <p:val>
                                            <p:strVal val="#ppt_y"/>
                                          </p:val>
                                        </p:tav>
                                      </p:tavLst>
                                    </p:anim>
                                    <p:anim calcmode="lin" valueType="num">
                                      <p:cBhvr>
                                        <p:cTn id="16" dur="500" fill="hold"/>
                                        <p:tgtEl>
                                          <p:spTgt spid="3">
                                            <p:txEl>
                                              <p:pRg st="1" end="1"/>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3">
                                            <p:txEl>
                                              <p:pRg st="1" end="1"/>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92DE4DE2-B197-2834-4A07-E2F90B83DD8D}"/>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F54ACBDA-C1AA-5ECE-24B0-86AF78AD2A4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E9C0A785-9786-9A11-F8C4-90160FDBAF31}"/>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01D71BD5-FD51-DE62-39F8-B5247C4B00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D95C5CDD-EC10-B541-D089-FF1D7C0FEBCA}"/>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5" name="Subtitle 4">
            <a:extLst>
              <a:ext uri="{FF2B5EF4-FFF2-40B4-BE49-F238E27FC236}">
                <a16:creationId xmlns:a16="http://schemas.microsoft.com/office/drawing/2014/main" id="{AE9D4635-238D-F46F-4BBB-85131850F57B}"/>
              </a:ext>
            </a:extLst>
          </p:cNvPr>
          <p:cNvSpPr>
            <a:spLocks noGrp="1"/>
          </p:cNvSpPr>
          <p:nvPr>
            <p:ph type="subTitle" idx="1"/>
          </p:nvPr>
        </p:nvSpPr>
        <p:spPr>
          <a:xfrm>
            <a:off x="7496784" y="4102931"/>
            <a:ext cx="972766" cy="480951"/>
          </a:xfrm>
        </p:spPr>
        <p:txBody>
          <a:bodyPr>
            <a:noAutofit/>
          </a:bodyPr>
          <a:lstStyle/>
          <a:p>
            <a:r>
              <a:rPr lang="en-IN" sz="1400" b="1" dirty="0">
                <a:solidFill>
                  <a:schemeClr val="tx1"/>
                </a:solidFill>
              </a:rPr>
              <a:t>Mrs. Ekta Dhage</a:t>
            </a:r>
          </a:p>
        </p:txBody>
      </p:sp>
      <p:cxnSp>
        <p:nvCxnSpPr>
          <p:cNvPr id="8" name="Straight Connector 7">
            <a:extLst>
              <a:ext uri="{FF2B5EF4-FFF2-40B4-BE49-F238E27FC236}">
                <a16:creationId xmlns:a16="http://schemas.microsoft.com/office/drawing/2014/main" id="{3321F2EB-9FE6-EA4E-151C-539460E8FF09}"/>
              </a:ext>
            </a:extLst>
          </p:cNvPr>
          <p:cNvCxnSpPr>
            <a:cxnSpLocks/>
          </p:cNvCxnSpPr>
          <p:nvPr/>
        </p:nvCxnSpPr>
        <p:spPr>
          <a:xfrm flipV="1">
            <a:off x="431873" y="3955129"/>
            <a:ext cx="10155165" cy="45388"/>
          </a:xfrm>
          <a:prstGeom prst="line">
            <a:avLst/>
          </a:prstGeom>
        </p:spPr>
        <p:style>
          <a:lnRef idx="1">
            <a:schemeClr val="accent1"/>
          </a:lnRef>
          <a:fillRef idx="0">
            <a:schemeClr val="accent1"/>
          </a:fillRef>
          <a:effectRef idx="0">
            <a:schemeClr val="accent1"/>
          </a:effectRef>
          <a:fontRef idx="minor">
            <a:schemeClr val="tx1"/>
          </a:fontRef>
        </p:style>
      </p:cxnSp>
      <p:pic>
        <p:nvPicPr>
          <p:cNvPr id="2054" name="Picture 6" descr="Male Employee icon PNG and SVG Vector Free Download">
            <a:extLst>
              <a:ext uri="{FF2B5EF4-FFF2-40B4-BE49-F238E27FC236}">
                <a16:creationId xmlns:a16="http://schemas.microsoft.com/office/drawing/2014/main" id="{1F4FD422-C5FF-12CB-5E70-664D933FC9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514" y="3176592"/>
            <a:ext cx="786466" cy="78297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Male Employee icon PNG and SVG Vector Free Download">
            <a:extLst>
              <a:ext uri="{FF2B5EF4-FFF2-40B4-BE49-F238E27FC236}">
                <a16:creationId xmlns:a16="http://schemas.microsoft.com/office/drawing/2014/main" id="{84ACD12C-EB84-FFAE-DE04-F284B279CC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6586" y="3172158"/>
            <a:ext cx="786466" cy="78297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a:extLst>
              <a:ext uri="{FF2B5EF4-FFF2-40B4-BE49-F238E27FC236}">
                <a16:creationId xmlns:a16="http://schemas.microsoft.com/office/drawing/2014/main" id="{7325A68B-66B4-7F44-C9C4-F083E6019E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8827" y="3082330"/>
            <a:ext cx="972766" cy="972766"/>
          </a:xfrm>
          <a:prstGeom prst="rect">
            <a:avLst/>
          </a:prstGeom>
          <a:noFill/>
          <a:extLst>
            <a:ext uri="{909E8E84-426E-40DD-AFC4-6F175D3DCCD1}">
              <a14:hiddenFill xmlns:a14="http://schemas.microsoft.com/office/drawing/2010/main">
                <a:solidFill>
                  <a:srgbClr val="FFFFFF"/>
                </a:solidFill>
              </a14:hiddenFill>
            </a:ext>
          </a:extLst>
        </p:spPr>
      </p:pic>
      <p:sp>
        <p:nvSpPr>
          <p:cNvPr id="22" name="Subtitle 4">
            <a:extLst>
              <a:ext uri="{FF2B5EF4-FFF2-40B4-BE49-F238E27FC236}">
                <a16:creationId xmlns:a16="http://schemas.microsoft.com/office/drawing/2014/main" id="{AACB8135-79B0-BB65-BD56-5F8FAF628C23}"/>
              </a:ext>
            </a:extLst>
          </p:cNvPr>
          <p:cNvSpPr txBox="1">
            <a:spLocks/>
          </p:cNvSpPr>
          <p:nvPr/>
        </p:nvSpPr>
        <p:spPr>
          <a:xfrm>
            <a:off x="9048900" y="4060667"/>
            <a:ext cx="1187929" cy="52321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1400" b="1" dirty="0"/>
              <a:t>Mrs. Shivani Ashok </a:t>
            </a:r>
            <a:r>
              <a:rPr lang="en-IN" sz="1400" b="1" dirty="0" err="1"/>
              <a:t>Parkale</a:t>
            </a:r>
            <a:endParaRPr lang="en-IN" sz="1400" b="1" dirty="0"/>
          </a:p>
        </p:txBody>
      </p:sp>
      <p:sp>
        <p:nvSpPr>
          <p:cNvPr id="23" name="Subtitle 4">
            <a:extLst>
              <a:ext uri="{FF2B5EF4-FFF2-40B4-BE49-F238E27FC236}">
                <a16:creationId xmlns:a16="http://schemas.microsoft.com/office/drawing/2014/main" id="{95744745-7442-35BE-634A-46FB45BBF481}"/>
              </a:ext>
            </a:extLst>
          </p:cNvPr>
          <p:cNvSpPr txBox="1">
            <a:spLocks/>
          </p:cNvSpPr>
          <p:nvPr/>
        </p:nvSpPr>
        <p:spPr>
          <a:xfrm>
            <a:off x="537239" y="4066713"/>
            <a:ext cx="1067015" cy="7426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1400" b="1" dirty="0"/>
              <a:t>Mr. Tharun Kumar Reddy</a:t>
            </a:r>
          </a:p>
        </p:txBody>
      </p:sp>
      <p:sp>
        <p:nvSpPr>
          <p:cNvPr id="24" name="Subtitle 4">
            <a:extLst>
              <a:ext uri="{FF2B5EF4-FFF2-40B4-BE49-F238E27FC236}">
                <a16:creationId xmlns:a16="http://schemas.microsoft.com/office/drawing/2014/main" id="{694A18B3-09BD-B373-55C0-A186E80F58DA}"/>
              </a:ext>
            </a:extLst>
          </p:cNvPr>
          <p:cNvSpPr txBox="1">
            <a:spLocks/>
          </p:cNvSpPr>
          <p:nvPr/>
        </p:nvSpPr>
        <p:spPr>
          <a:xfrm>
            <a:off x="2206107" y="4055096"/>
            <a:ext cx="1311337" cy="77664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1400" b="1" dirty="0"/>
              <a:t>Mr. Prasun Bhattacharya</a:t>
            </a:r>
          </a:p>
        </p:txBody>
      </p:sp>
      <p:sp>
        <p:nvSpPr>
          <p:cNvPr id="25" name="Subtitle 4">
            <a:extLst>
              <a:ext uri="{FF2B5EF4-FFF2-40B4-BE49-F238E27FC236}">
                <a16:creationId xmlns:a16="http://schemas.microsoft.com/office/drawing/2014/main" id="{7ECE4119-E90E-1E6F-451D-3D66D95D45AD}"/>
              </a:ext>
            </a:extLst>
          </p:cNvPr>
          <p:cNvSpPr txBox="1">
            <a:spLocks/>
          </p:cNvSpPr>
          <p:nvPr/>
        </p:nvSpPr>
        <p:spPr>
          <a:xfrm>
            <a:off x="4065404" y="4091064"/>
            <a:ext cx="1067015" cy="64664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1400" b="1" dirty="0"/>
              <a:t>Mr. Rohit Singh</a:t>
            </a:r>
          </a:p>
        </p:txBody>
      </p:sp>
      <p:sp>
        <p:nvSpPr>
          <p:cNvPr id="27" name="Subtitle 2">
            <a:extLst>
              <a:ext uri="{FF2B5EF4-FFF2-40B4-BE49-F238E27FC236}">
                <a16:creationId xmlns:a16="http://schemas.microsoft.com/office/drawing/2014/main" id="{C1BB3DBC-E233-D2FF-5613-A83F7B80C78D}"/>
              </a:ext>
            </a:extLst>
          </p:cNvPr>
          <p:cNvSpPr txBox="1">
            <a:spLocks/>
          </p:cNvSpPr>
          <p:nvPr/>
        </p:nvSpPr>
        <p:spPr>
          <a:xfrm>
            <a:off x="31776" y="2439089"/>
            <a:ext cx="3657599" cy="46421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Group 5 members :-</a:t>
            </a:r>
          </a:p>
        </p:txBody>
      </p:sp>
      <p:sp>
        <p:nvSpPr>
          <p:cNvPr id="33" name="Rectangle 32">
            <a:extLst>
              <a:ext uri="{FF2B5EF4-FFF2-40B4-BE49-F238E27FC236}">
                <a16:creationId xmlns:a16="http://schemas.microsoft.com/office/drawing/2014/main" id="{5388420B-A2BE-53D4-541D-E75B0A77CD6F}"/>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 name="TextBox 2">
            <a:extLst>
              <a:ext uri="{FF2B5EF4-FFF2-40B4-BE49-F238E27FC236}">
                <a16:creationId xmlns:a16="http://schemas.microsoft.com/office/drawing/2014/main" id="{E5244284-DFC4-389B-D046-F2BF82E8C3DD}"/>
              </a:ext>
            </a:extLst>
          </p:cNvPr>
          <p:cNvSpPr txBox="1"/>
          <p:nvPr/>
        </p:nvSpPr>
        <p:spPr>
          <a:xfrm>
            <a:off x="5749777" y="4096050"/>
            <a:ext cx="1309806" cy="523220"/>
          </a:xfrm>
          <a:prstGeom prst="rect">
            <a:avLst/>
          </a:prstGeom>
          <a:noFill/>
        </p:spPr>
        <p:txBody>
          <a:bodyPr wrap="square" rtlCol="0">
            <a:spAutoFit/>
          </a:bodyPr>
          <a:lstStyle/>
          <a:p>
            <a:r>
              <a:rPr lang="en-US" sz="1400" b="1" dirty="0"/>
              <a:t>Mrs.</a:t>
            </a:r>
            <a:r>
              <a:rPr lang="en-IN" sz="1400" dirty="0">
                <a:effectLst/>
              </a:rPr>
              <a:t> </a:t>
            </a:r>
            <a:r>
              <a:rPr lang="en-IN" sz="1400" b="1" dirty="0"/>
              <a:t>Pavithra N</a:t>
            </a:r>
            <a:endParaRPr lang="en-US" sz="1400" b="1" dirty="0"/>
          </a:p>
        </p:txBody>
      </p:sp>
      <p:pic>
        <p:nvPicPr>
          <p:cNvPr id="6" name="Picture 2">
            <a:extLst>
              <a:ext uri="{FF2B5EF4-FFF2-40B4-BE49-F238E27FC236}">
                <a16:creationId xmlns:a16="http://schemas.microsoft.com/office/drawing/2014/main" id="{3CAE9014-98E8-0B03-10E8-B15F6766B0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56481" y="3057826"/>
            <a:ext cx="972766" cy="97276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a:extLst>
              <a:ext uri="{FF2B5EF4-FFF2-40B4-BE49-F238E27FC236}">
                <a16:creationId xmlns:a16="http://schemas.microsoft.com/office/drawing/2014/main" id="{C597EDB3-E5D3-5FAE-9343-DE696A4276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4281" y="3082623"/>
            <a:ext cx="972766" cy="97276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6" descr="Male Employee icon PNG and SVG Vector Free Download">
            <a:extLst>
              <a:ext uri="{FF2B5EF4-FFF2-40B4-BE49-F238E27FC236}">
                <a16:creationId xmlns:a16="http://schemas.microsoft.com/office/drawing/2014/main" id="{787FCD32-ED8A-B474-DB83-A88A845536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9545" y="3155506"/>
            <a:ext cx="786466" cy="782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2507047"/>
      </p:ext>
    </p:extLst>
  </p:cSld>
  <p:clrMapOvr>
    <a:masterClrMapping/>
  </p:clrMapOvr>
  <mc:AlternateContent xmlns:mc="http://schemas.openxmlformats.org/markup-compatibility/2006" xmlns:p14="http://schemas.microsoft.com/office/powerpoint/2010/main">
    <mc:Choice Requires="p14">
      <p:transition spd="slow" p14:dur="2000" advTm="3232"/>
    </mc:Choice>
    <mc:Fallback xmlns="">
      <p:transition spd="slow" advTm="32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55" presetClass="entr" presetSubtype="0" fill="hold" grpId="0" nodeType="after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anim calcmode="lin" valueType="num">
                                      <p:cBhvr>
                                        <p:cTn id="11" dur="1000" fill="hold"/>
                                        <p:tgtEl>
                                          <p:spTgt spid="5">
                                            <p:txEl>
                                              <p:pRg st="0" end="0"/>
                                            </p:txEl>
                                          </p:spTgt>
                                        </p:tgtEl>
                                        <p:attrNameLst>
                                          <p:attrName>ppt_w</p:attrName>
                                        </p:attrNameLst>
                                      </p:cBhvr>
                                      <p:tavLst>
                                        <p:tav tm="0">
                                          <p:val>
                                            <p:strVal val="#ppt_w*0.70"/>
                                          </p:val>
                                        </p:tav>
                                        <p:tav tm="100000">
                                          <p:val>
                                            <p:strVal val="#ppt_w"/>
                                          </p:val>
                                        </p:tav>
                                      </p:tavLst>
                                    </p:anim>
                                    <p:anim calcmode="lin" valueType="num">
                                      <p:cBhvr>
                                        <p:cTn id="12" dur="1000" fill="hold"/>
                                        <p:tgtEl>
                                          <p:spTgt spid="5">
                                            <p:txEl>
                                              <p:pRg st="0" end="0"/>
                                            </p:txEl>
                                          </p:spTgt>
                                        </p:tgtEl>
                                        <p:attrNameLst>
                                          <p:attrName>ppt_h</p:attrName>
                                        </p:attrNameLst>
                                      </p:cBhvr>
                                      <p:tavLst>
                                        <p:tav tm="0">
                                          <p:val>
                                            <p:strVal val="#ppt_h"/>
                                          </p:val>
                                        </p:tav>
                                        <p:tav tm="100000">
                                          <p:val>
                                            <p:strVal val="#ppt_h"/>
                                          </p:val>
                                        </p:tav>
                                      </p:tavLst>
                                    </p:anim>
                                    <p:animEffect transition="in" filter="fade">
                                      <p:cBhvr>
                                        <p:cTn id="13" dur="1000"/>
                                        <p:tgtEl>
                                          <p:spTgt spid="5">
                                            <p:txEl>
                                              <p:pRg st="0" end="0"/>
                                            </p:txEl>
                                          </p:spTgt>
                                        </p:tgtEl>
                                      </p:cBhvr>
                                    </p:animEffect>
                                  </p:childTnLst>
                                </p:cTn>
                              </p:par>
                              <p:par>
                                <p:cTn id="14" presetID="55"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p:cTn id="16" dur="1000" fill="hold"/>
                                        <p:tgtEl>
                                          <p:spTgt spid="8"/>
                                        </p:tgtEl>
                                        <p:attrNameLst>
                                          <p:attrName>ppt_w</p:attrName>
                                        </p:attrNameLst>
                                      </p:cBhvr>
                                      <p:tavLst>
                                        <p:tav tm="0">
                                          <p:val>
                                            <p:strVal val="#ppt_w*0.70"/>
                                          </p:val>
                                        </p:tav>
                                        <p:tav tm="100000">
                                          <p:val>
                                            <p:strVal val="#ppt_w"/>
                                          </p:val>
                                        </p:tav>
                                      </p:tavLst>
                                    </p:anim>
                                    <p:anim calcmode="lin" valueType="num">
                                      <p:cBhvr>
                                        <p:cTn id="17" dur="1000" fill="hold"/>
                                        <p:tgtEl>
                                          <p:spTgt spid="8"/>
                                        </p:tgtEl>
                                        <p:attrNameLst>
                                          <p:attrName>ppt_h</p:attrName>
                                        </p:attrNameLst>
                                      </p:cBhvr>
                                      <p:tavLst>
                                        <p:tav tm="0">
                                          <p:val>
                                            <p:strVal val="#ppt_h"/>
                                          </p:val>
                                        </p:tav>
                                        <p:tav tm="100000">
                                          <p:val>
                                            <p:strVal val="#ppt_h"/>
                                          </p:val>
                                        </p:tav>
                                      </p:tavLst>
                                    </p:anim>
                                    <p:animEffect transition="in" filter="fade">
                                      <p:cBhvr>
                                        <p:cTn id="18" dur="1000"/>
                                        <p:tgtEl>
                                          <p:spTgt spid="8"/>
                                        </p:tgtEl>
                                      </p:cBhvr>
                                    </p:animEffect>
                                  </p:childTnLst>
                                </p:cTn>
                              </p:par>
                              <p:par>
                                <p:cTn id="19" presetID="55" presetClass="entr" presetSubtype="0" fill="hold" nodeType="withEffect">
                                  <p:stCondLst>
                                    <p:cond delay="0"/>
                                  </p:stCondLst>
                                  <p:childTnLst>
                                    <p:set>
                                      <p:cBhvr>
                                        <p:cTn id="20" dur="1" fill="hold">
                                          <p:stCondLst>
                                            <p:cond delay="0"/>
                                          </p:stCondLst>
                                        </p:cTn>
                                        <p:tgtEl>
                                          <p:spTgt spid="2054"/>
                                        </p:tgtEl>
                                        <p:attrNameLst>
                                          <p:attrName>style.visibility</p:attrName>
                                        </p:attrNameLst>
                                      </p:cBhvr>
                                      <p:to>
                                        <p:strVal val="visible"/>
                                      </p:to>
                                    </p:set>
                                    <p:anim calcmode="lin" valueType="num">
                                      <p:cBhvr>
                                        <p:cTn id="21" dur="1000" fill="hold"/>
                                        <p:tgtEl>
                                          <p:spTgt spid="2054"/>
                                        </p:tgtEl>
                                        <p:attrNameLst>
                                          <p:attrName>ppt_w</p:attrName>
                                        </p:attrNameLst>
                                      </p:cBhvr>
                                      <p:tavLst>
                                        <p:tav tm="0">
                                          <p:val>
                                            <p:strVal val="#ppt_w*0.70"/>
                                          </p:val>
                                        </p:tav>
                                        <p:tav tm="100000">
                                          <p:val>
                                            <p:strVal val="#ppt_w"/>
                                          </p:val>
                                        </p:tav>
                                      </p:tavLst>
                                    </p:anim>
                                    <p:anim calcmode="lin" valueType="num">
                                      <p:cBhvr>
                                        <p:cTn id="22" dur="1000" fill="hold"/>
                                        <p:tgtEl>
                                          <p:spTgt spid="2054"/>
                                        </p:tgtEl>
                                        <p:attrNameLst>
                                          <p:attrName>ppt_h</p:attrName>
                                        </p:attrNameLst>
                                      </p:cBhvr>
                                      <p:tavLst>
                                        <p:tav tm="0">
                                          <p:val>
                                            <p:strVal val="#ppt_h"/>
                                          </p:val>
                                        </p:tav>
                                        <p:tav tm="100000">
                                          <p:val>
                                            <p:strVal val="#ppt_h"/>
                                          </p:val>
                                        </p:tav>
                                      </p:tavLst>
                                    </p:anim>
                                    <p:animEffect transition="in" filter="fade">
                                      <p:cBhvr>
                                        <p:cTn id="23" dur="1000"/>
                                        <p:tgtEl>
                                          <p:spTgt spid="2054"/>
                                        </p:tgtEl>
                                      </p:cBhvr>
                                    </p:animEffect>
                                  </p:childTnLst>
                                </p:cTn>
                              </p:par>
                              <p:par>
                                <p:cTn id="24" presetID="55"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p:cTn id="26" dur="1000" fill="hold"/>
                                        <p:tgtEl>
                                          <p:spTgt spid="14"/>
                                        </p:tgtEl>
                                        <p:attrNameLst>
                                          <p:attrName>ppt_w</p:attrName>
                                        </p:attrNameLst>
                                      </p:cBhvr>
                                      <p:tavLst>
                                        <p:tav tm="0">
                                          <p:val>
                                            <p:strVal val="#ppt_w*0.70"/>
                                          </p:val>
                                        </p:tav>
                                        <p:tav tm="100000">
                                          <p:val>
                                            <p:strVal val="#ppt_w"/>
                                          </p:val>
                                        </p:tav>
                                      </p:tavLst>
                                    </p:anim>
                                    <p:anim calcmode="lin" valueType="num">
                                      <p:cBhvr>
                                        <p:cTn id="27" dur="1000" fill="hold"/>
                                        <p:tgtEl>
                                          <p:spTgt spid="14"/>
                                        </p:tgtEl>
                                        <p:attrNameLst>
                                          <p:attrName>ppt_h</p:attrName>
                                        </p:attrNameLst>
                                      </p:cBhvr>
                                      <p:tavLst>
                                        <p:tav tm="0">
                                          <p:val>
                                            <p:strVal val="#ppt_h"/>
                                          </p:val>
                                        </p:tav>
                                        <p:tav tm="100000">
                                          <p:val>
                                            <p:strVal val="#ppt_h"/>
                                          </p:val>
                                        </p:tav>
                                      </p:tavLst>
                                    </p:anim>
                                    <p:animEffect transition="in" filter="fade">
                                      <p:cBhvr>
                                        <p:cTn id="28" dur="1000"/>
                                        <p:tgtEl>
                                          <p:spTgt spid="14"/>
                                        </p:tgtEl>
                                      </p:cBhvr>
                                    </p:animEffect>
                                  </p:childTnLst>
                                </p:cTn>
                              </p:par>
                              <p:par>
                                <p:cTn id="29" presetID="55"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1000" fill="hold"/>
                                        <p:tgtEl>
                                          <p:spTgt spid="17"/>
                                        </p:tgtEl>
                                        <p:attrNameLst>
                                          <p:attrName>ppt_w</p:attrName>
                                        </p:attrNameLst>
                                      </p:cBhvr>
                                      <p:tavLst>
                                        <p:tav tm="0">
                                          <p:val>
                                            <p:strVal val="#ppt_w*0.70"/>
                                          </p:val>
                                        </p:tav>
                                        <p:tav tm="100000">
                                          <p:val>
                                            <p:strVal val="#ppt_w"/>
                                          </p:val>
                                        </p:tav>
                                      </p:tavLst>
                                    </p:anim>
                                    <p:anim calcmode="lin" valueType="num">
                                      <p:cBhvr>
                                        <p:cTn id="32" dur="1000" fill="hold"/>
                                        <p:tgtEl>
                                          <p:spTgt spid="17"/>
                                        </p:tgtEl>
                                        <p:attrNameLst>
                                          <p:attrName>ppt_h</p:attrName>
                                        </p:attrNameLst>
                                      </p:cBhvr>
                                      <p:tavLst>
                                        <p:tav tm="0">
                                          <p:val>
                                            <p:strVal val="#ppt_h"/>
                                          </p:val>
                                        </p:tav>
                                        <p:tav tm="100000">
                                          <p:val>
                                            <p:strVal val="#ppt_h"/>
                                          </p:val>
                                        </p:tav>
                                      </p:tavLst>
                                    </p:anim>
                                    <p:animEffect transition="in" filter="fade">
                                      <p:cBhvr>
                                        <p:cTn id="33" dur="1000"/>
                                        <p:tgtEl>
                                          <p:spTgt spid="17"/>
                                        </p:tgtEl>
                                      </p:cBhvr>
                                    </p:animEffect>
                                  </p:childTnLst>
                                </p:cTn>
                              </p:par>
                              <p:par>
                                <p:cTn id="34" presetID="55"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 calcmode="lin" valueType="num">
                                      <p:cBhvr>
                                        <p:cTn id="36" dur="1000" fill="hold"/>
                                        <p:tgtEl>
                                          <p:spTgt spid="22"/>
                                        </p:tgtEl>
                                        <p:attrNameLst>
                                          <p:attrName>ppt_w</p:attrName>
                                        </p:attrNameLst>
                                      </p:cBhvr>
                                      <p:tavLst>
                                        <p:tav tm="0">
                                          <p:val>
                                            <p:strVal val="#ppt_w*0.70"/>
                                          </p:val>
                                        </p:tav>
                                        <p:tav tm="100000">
                                          <p:val>
                                            <p:strVal val="#ppt_w"/>
                                          </p:val>
                                        </p:tav>
                                      </p:tavLst>
                                    </p:anim>
                                    <p:anim calcmode="lin" valueType="num">
                                      <p:cBhvr>
                                        <p:cTn id="37" dur="1000" fill="hold"/>
                                        <p:tgtEl>
                                          <p:spTgt spid="22"/>
                                        </p:tgtEl>
                                        <p:attrNameLst>
                                          <p:attrName>ppt_h</p:attrName>
                                        </p:attrNameLst>
                                      </p:cBhvr>
                                      <p:tavLst>
                                        <p:tav tm="0">
                                          <p:val>
                                            <p:strVal val="#ppt_h"/>
                                          </p:val>
                                        </p:tav>
                                        <p:tav tm="100000">
                                          <p:val>
                                            <p:strVal val="#ppt_h"/>
                                          </p:val>
                                        </p:tav>
                                      </p:tavLst>
                                    </p:anim>
                                    <p:animEffect transition="in" filter="fade">
                                      <p:cBhvr>
                                        <p:cTn id="38" dur="1000"/>
                                        <p:tgtEl>
                                          <p:spTgt spid="22"/>
                                        </p:tgtEl>
                                      </p:cBhvr>
                                    </p:animEffect>
                                  </p:childTnLst>
                                </p:cTn>
                              </p:par>
                              <p:par>
                                <p:cTn id="39" presetID="55"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anim calcmode="lin" valueType="num">
                                      <p:cBhvr>
                                        <p:cTn id="41" dur="1000" fill="hold"/>
                                        <p:tgtEl>
                                          <p:spTgt spid="23"/>
                                        </p:tgtEl>
                                        <p:attrNameLst>
                                          <p:attrName>ppt_w</p:attrName>
                                        </p:attrNameLst>
                                      </p:cBhvr>
                                      <p:tavLst>
                                        <p:tav tm="0">
                                          <p:val>
                                            <p:strVal val="#ppt_w*0.70"/>
                                          </p:val>
                                        </p:tav>
                                        <p:tav tm="100000">
                                          <p:val>
                                            <p:strVal val="#ppt_w"/>
                                          </p:val>
                                        </p:tav>
                                      </p:tavLst>
                                    </p:anim>
                                    <p:anim calcmode="lin" valueType="num">
                                      <p:cBhvr>
                                        <p:cTn id="42" dur="1000" fill="hold"/>
                                        <p:tgtEl>
                                          <p:spTgt spid="23"/>
                                        </p:tgtEl>
                                        <p:attrNameLst>
                                          <p:attrName>ppt_h</p:attrName>
                                        </p:attrNameLst>
                                      </p:cBhvr>
                                      <p:tavLst>
                                        <p:tav tm="0">
                                          <p:val>
                                            <p:strVal val="#ppt_h"/>
                                          </p:val>
                                        </p:tav>
                                        <p:tav tm="100000">
                                          <p:val>
                                            <p:strVal val="#ppt_h"/>
                                          </p:val>
                                        </p:tav>
                                      </p:tavLst>
                                    </p:anim>
                                    <p:animEffect transition="in" filter="fade">
                                      <p:cBhvr>
                                        <p:cTn id="43" dur="1000"/>
                                        <p:tgtEl>
                                          <p:spTgt spid="23"/>
                                        </p:tgtEl>
                                      </p:cBhvr>
                                    </p:animEffect>
                                  </p:childTnLst>
                                </p:cTn>
                              </p:par>
                              <p:par>
                                <p:cTn id="44" presetID="55"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 calcmode="lin" valueType="num">
                                      <p:cBhvr>
                                        <p:cTn id="46" dur="1000" fill="hold"/>
                                        <p:tgtEl>
                                          <p:spTgt spid="24"/>
                                        </p:tgtEl>
                                        <p:attrNameLst>
                                          <p:attrName>ppt_w</p:attrName>
                                        </p:attrNameLst>
                                      </p:cBhvr>
                                      <p:tavLst>
                                        <p:tav tm="0">
                                          <p:val>
                                            <p:strVal val="#ppt_w*0.70"/>
                                          </p:val>
                                        </p:tav>
                                        <p:tav tm="100000">
                                          <p:val>
                                            <p:strVal val="#ppt_w"/>
                                          </p:val>
                                        </p:tav>
                                      </p:tavLst>
                                    </p:anim>
                                    <p:anim calcmode="lin" valueType="num">
                                      <p:cBhvr>
                                        <p:cTn id="47" dur="1000" fill="hold"/>
                                        <p:tgtEl>
                                          <p:spTgt spid="24"/>
                                        </p:tgtEl>
                                        <p:attrNameLst>
                                          <p:attrName>ppt_h</p:attrName>
                                        </p:attrNameLst>
                                      </p:cBhvr>
                                      <p:tavLst>
                                        <p:tav tm="0">
                                          <p:val>
                                            <p:strVal val="#ppt_h"/>
                                          </p:val>
                                        </p:tav>
                                        <p:tav tm="100000">
                                          <p:val>
                                            <p:strVal val="#ppt_h"/>
                                          </p:val>
                                        </p:tav>
                                      </p:tavLst>
                                    </p:anim>
                                    <p:animEffect transition="in" filter="fade">
                                      <p:cBhvr>
                                        <p:cTn id="48" dur="1000"/>
                                        <p:tgtEl>
                                          <p:spTgt spid="24"/>
                                        </p:tgtEl>
                                      </p:cBhvr>
                                    </p:animEffect>
                                  </p:childTnLst>
                                </p:cTn>
                              </p:par>
                              <p:par>
                                <p:cTn id="49" presetID="55"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 calcmode="lin" valueType="num">
                                      <p:cBhvr>
                                        <p:cTn id="51" dur="1000" fill="hold"/>
                                        <p:tgtEl>
                                          <p:spTgt spid="25"/>
                                        </p:tgtEl>
                                        <p:attrNameLst>
                                          <p:attrName>ppt_w</p:attrName>
                                        </p:attrNameLst>
                                      </p:cBhvr>
                                      <p:tavLst>
                                        <p:tav tm="0">
                                          <p:val>
                                            <p:strVal val="#ppt_w*0.70"/>
                                          </p:val>
                                        </p:tav>
                                        <p:tav tm="100000">
                                          <p:val>
                                            <p:strVal val="#ppt_w"/>
                                          </p:val>
                                        </p:tav>
                                      </p:tavLst>
                                    </p:anim>
                                    <p:anim calcmode="lin" valueType="num">
                                      <p:cBhvr>
                                        <p:cTn id="52" dur="1000" fill="hold"/>
                                        <p:tgtEl>
                                          <p:spTgt spid="25"/>
                                        </p:tgtEl>
                                        <p:attrNameLst>
                                          <p:attrName>ppt_h</p:attrName>
                                        </p:attrNameLst>
                                      </p:cBhvr>
                                      <p:tavLst>
                                        <p:tav tm="0">
                                          <p:val>
                                            <p:strVal val="#ppt_h"/>
                                          </p:val>
                                        </p:tav>
                                        <p:tav tm="100000">
                                          <p:val>
                                            <p:strVal val="#ppt_h"/>
                                          </p:val>
                                        </p:tav>
                                      </p:tavLst>
                                    </p:anim>
                                    <p:animEffect transition="in" filter="fade">
                                      <p:cBhvr>
                                        <p:cTn id="53" dur="1000"/>
                                        <p:tgtEl>
                                          <p:spTgt spid="25"/>
                                        </p:tgtEl>
                                      </p:cBhvr>
                                    </p:animEffect>
                                  </p:childTnLst>
                                </p:cTn>
                              </p:par>
                              <p:par>
                                <p:cTn id="54" presetID="55" presetClass="entr" presetSubtype="0" fill="hold" nodeType="withEffect">
                                  <p:stCondLst>
                                    <p:cond delay="0"/>
                                  </p:stCondLst>
                                  <p:childTnLst>
                                    <p:set>
                                      <p:cBhvr>
                                        <p:cTn id="55" dur="1" fill="hold">
                                          <p:stCondLst>
                                            <p:cond delay="0"/>
                                          </p:stCondLst>
                                        </p:cTn>
                                        <p:tgtEl>
                                          <p:spTgt spid="6"/>
                                        </p:tgtEl>
                                        <p:attrNameLst>
                                          <p:attrName>style.visibility</p:attrName>
                                        </p:attrNameLst>
                                      </p:cBhvr>
                                      <p:to>
                                        <p:strVal val="visible"/>
                                      </p:to>
                                    </p:set>
                                    <p:anim calcmode="lin" valueType="num">
                                      <p:cBhvr>
                                        <p:cTn id="56" dur="1000" fill="hold"/>
                                        <p:tgtEl>
                                          <p:spTgt spid="6"/>
                                        </p:tgtEl>
                                        <p:attrNameLst>
                                          <p:attrName>ppt_w</p:attrName>
                                        </p:attrNameLst>
                                      </p:cBhvr>
                                      <p:tavLst>
                                        <p:tav tm="0">
                                          <p:val>
                                            <p:strVal val="#ppt_w*0.70"/>
                                          </p:val>
                                        </p:tav>
                                        <p:tav tm="100000">
                                          <p:val>
                                            <p:strVal val="#ppt_w"/>
                                          </p:val>
                                        </p:tav>
                                      </p:tavLst>
                                    </p:anim>
                                    <p:anim calcmode="lin" valueType="num">
                                      <p:cBhvr>
                                        <p:cTn id="57" dur="1000" fill="hold"/>
                                        <p:tgtEl>
                                          <p:spTgt spid="6"/>
                                        </p:tgtEl>
                                        <p:attrNameLst>
                                          <p:attrName>ppt_h</p:attrName>
                                        </p:attrNameLst>
                                      </p:cBhvr>
                                      <p:tavLst>
                                        <p:tav tm="0">
                                          <p:val>
                                            <p:strVal val="#ppt_h"/>
                                          </p:val>
                                        </p:tav>
                                        <p:tav tm="100000">
                                          <p:val>
                                            <p:strVal val="#ppt_h"/>
                                          </p:val>
                                        </p:tav>
                                      </p:tavLst>
                                    </p:anim>
                                    <p:animEffect transition="in" filter="fade">
                                      <p:cBhvr>
                                        <p:cTn id="58" dur="1000"/>
                                        <p:tgtEl>
                                          <p:spTgt spid="6"/>
                                        </p:tgtEl>
                                      </p:cBhvr>
                                    </p:animEffect>
                                  </p:childTnLst>
                                </p:cTn>
                              </p:par>
                              <p:par>
                                <p:cTn id="59" presetID="55" presetClass="entr" presetSubtype="0" fill="hold" nodeType="withEffect">
                                  <p:stCondLst>
                                    <p:cond delay="0"/>
                                  </p:stCondLst>
                                  <p:childTnLst>
                                    <p:set>
                                      <p:cBhvr>
                                        <p:cTn id="60" dur="1" fill="hold">
                                          <p:stCondLst>
                                            <p:cond delay="0"/>
                                          </p:stCondLst>
                                        </p:cTn>
                                        <p:tgtEl>
                                          <p:spTgt spid="12"/>
                                        </p:tgtEl>
                                        <p:attrNameLst>
                                          <p:attrName>style.visibility</p:attrName>
                                        </p:attrNameLst>
                                      </p:cBhvr>
                                      <p:to>
                                        <p:strVal val="visible"/>
                                      </p:to>
                                    </p:set>
                                    <p:anim calcmode="lin" valueType="num">
                                      <p:cBhvr>
                                        <p:cTn id="61" dur="1000" fill="hold"/>
                                        <p:tgtEl>
                                          <p:spTgt spid="12"/>
                                        </p:tgtEl>
                                        <p:attrNameLst>
                                          <p:attrName>ppt_w</p:attrName>
                                        </p:attrNameLst>
                                      </p:cBhvr>
                                      <p:tavLst>
                                        <p:tav tm="0">
                                          <p:val>
                                            <p:strVal val="#ppt_w*0.70"/>
                                          </p:val>
                                        </p:tav>
                                        <p:tav tm="100000">
                                          <p:val>
                                            <p:strVal val="#ppt_w"/>
                                          </p:val>
                                        </p:tav>
                                      </p:tavLst>
                                    </p:anim>
                                    <p:anim calcmode="lin" valueType="num">
                                      <p:cBhvr>
                                        <p:cTn id="62" dur="1000" fill="hold"/>
                                        <p:tgtEl>
                                          <p:spTgt spid="12"/>
                                        </p:tgtEl>
                                        <p:attrNameLst>
                                          <p:attrName>ppt_h</p:attrName>
                                        </p:attrNameLst>
                                      </p:cBhvr>
                                      <p:tavLst>
                                        <p:tav tm="0">
                                          <p:val>
                                            <p:strVal val="#ppt_h"/>
                                          </p:val>
                                        </p:tav>
                                        <p:tav tm="100000">
                                          <p:val>
                                            <p:strVal val="#ppt_h"/>
                                          </p:val>
                                        </p:tav>
                                      </p:tavLst>
                                    </p:anim>
                                    <p:animEffect transition="in" filter="fade">
                                      <p:cBhvr>
                                        <p:cTn id="63" dur="1000"/>
                                        <p:tgtEl>
                                          <p:spTgt spid="12"/>
                                        </p:tgtEl>
                                      </p:cBhvr>
                                    </p:animEffect>
                                  </p:childTnLst>
                                </p:cTn>
                              </p:par>
                              <p:par>
                                <p:cTn id="64" presetID="55" presetClass="entr" presetSubtype="0" fill="hold" nodeType="withEffect">
                                  <p:stCondLst>
                                    <p:cond delay="0"/>
                                  </p:stCondLst>
                                  <p:childTnLst>
                                    <p:set>
                                      <p:cBhvr>
                                        <p:cTn id="65" dur="1" fill="hold">
                                          <p:stCondLst>
                                            <p:cond delay="0"/>
                                          </p:stCondLst>
                                        </p:cTn>
                                        <p:tgtEl>
                                          <p:spTgt spid="2"/>
                                        </p:tgtEl>
                                        <p:attrNameLst>
                                          <p:attrName>style.visibility</p:attrName>
                                        </p:attrNameLst>
                                      </p:cBhvr>
                                      <p:to>
                                        <p:strVal val="visible"/>
                                      </p:to>
                                    </p:set>
                                    <p:anim calcmode="lin" valueType="num">
                                      <p:cBhvr>
                                        <p:cTn id="66" dur="1000" fill="hold"/>
                                        <p:tgtEl>
                                          <p:spTgt spid="2"/>
                                        </p:tgtEl>
                                        <p:attrNameLst>
                                          <p:attrName>ppt_w</p:attrName>
                                        </p:attrNameLst>
                                      </p:cBhvr>
                                      <p:tavLst>
                                        <p:tav tm="0">
                                          <p:val>
                                            <p:strVal val="#ppt_w*0.70"/>
                                          </p:val>
                                        </p:tav>
                                        <p:tav tm="100000">
                                          <p:val>
                                            <p:strVal val="#ppt_w"/>
                                          </p:val>
                                        </p:tav>
                                      </p:tavLst>
                                    </p:anim>
                                    <p:anim calcmode="lin" valueType="num">
                                      <p:cBhvr>
                                        <p:cTn id="67" dur="1000" fill="hold"/>
                                        <p:tgtEl>
                                          <p:spTgt spid="2"/>
                                        </p:tgtEl>
                                        <p:attrNameLst>
                                          <p:attrName>ppt_h</p:attrName>
                                        </p:attrNameLst>
                                      </p:cBhvr>
                                      <p:tavLst>
                                        <p:tav tm="0">
                                          <p:val>
                                            <p:strVal val="#ppt_h"/>
                                          </p:val>
                                        </p:tav>
                                        <p:tav tm="100000">
                                          <p:val>
                                            <p:strVal val="#ppt_h"/>
                                          </p:val>
                                        </p:tav>
                                      </p:tavLst>
                                    </p:anim>
                                    <p:animEffect transition="in" filter="fade">
                                      <p:cBhvr>
                                        <p:cTn id="68"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22" grpId="0"/>
      <p:bldP spid="23" grpId="0"/>
      <p:bldP spid="24" grpId="0"/>
      <p:bldP spid="25" grpId="0"/>
      <p:bldP spid="2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92DE4DE2-B197-2834-4A07-E2F90B83DD8D}"/>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F54ACBDA-C1AA-5ECE-24B0-86AF78AD2A4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E9C0A785-9786-9A11-F8C4-90160FDBAF31}"/>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01D71BD5-FD51-DE62-39F8-B5247C4B00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D95C5CDD-EC10-B541-D089-FF1D7C0FEBCA}"/>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C1BB3DBC-E233-D2FF-5613-A83F7B80C78D}"/>
              </a:ext>
            </a:extLst>
          </p:cNvPr>
          <p:cNvSpPr txBox="1">
            <a:spLocks/>
          </p:cNvSpPr>
          <p:nvPr/>
        </p:nvSpPr>
        <p:spPr>
          <a:xfrm>
            <a:off x="3990264" y="1281033"/>
            <a:ext cx="3906663"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800" b="1" dirty="0">
                <a:latin typeface="Arial" panose="020B0604020202020204" pitchFamily="34" charset="0"/>
                <a:cs typeface="Arial" panose="020B0604020202020204" pitchFamily="34" charset="0"/>
              </a:rPr>
              <a:t>INDEX</a:t>
            </a:r>
            <a:r>
              <a:rPr lang="en-IN" sz="2800" b="1" dirty="0">
                <a:solidFill>
                  <a:schemeClr val="accent1">
                    <a:lumMod val="75000"/>
                  </a:schemeClr>
                </a:solidFill>
                <a:latin typeface="Arial" panose="020B0604020202020204" pitchFamily="34" charset="0"/>
                <a:cs typeface="Arial" panose="020B0604020202020204" pitchFamily="34" charset="0"/>
              </a:rPr>
              <a:t> :-</a:t>
            </a:r>
          </a:p>
        </p:txBody>
      </p:sp>
      <p:sp>
        <p:nvSpPr>
          <p:cNvPr id="2" name="Subtitle 2">
            <a:extLst>
              <a:ext uri="{FF2B5EF4-FFF2-40B4-BE49-F238E27FC236}">
                <a16:creationId xmlns:a16="http://schemas.microsoft.com/office/drawing/2014/main" id="{686C0030-55F4-F294-7145-E96573C8AB8F}"/>
              </a:ext>
            </a:extLst>
          </p:cNvPr>
          <p:cNvSpPr txBox="1">
            <a:spLocks/>
          </p:cNvSpPr>
          <p:nvPr/>
        </p:nvSpPr>
        <p:spPr>
          <a:xfrm>
            <a:off x="3990265" y="2447631"/>
            <a:ext cx="3906663"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2000" dirty="0">
              <a:solidFill>
                <a:schemeClr val="accent1">
                  <a:lumMod val="75000"/>
                </a:schemeClr>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9EDFD013-F99C-C8A3-C0DA-7CF572D7CD6B}"/>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F286EDA4-FB93-1463-960E-6FACB357F6C7}"/>
              </a:ext>
            </a:extLst>
          </p:cNvPr>
          <p:cNvSpPr txBox="1"/>
          <p:nvPr/>
        </p:nvSpPr>
        <p:spPr>
          <a:xfrm>
            <a:off x="431873" y="2029584"/>
            <a:ext cx="10788577" cy="4431983"/>
          </a:xfrm>
          <a:prstGeom prst="rect">
            <a:avLst/>
          </a:prstGeom>
          <a:noFill/>
        </p:spPr>
        <p:txBody>
          <a:bodyPr wrap="square">
            <a:spAutoFit/>
          </a:bodyPr>
          <a:lstStyle/>
          <a:p>
            <a:pPr marL="285750" indent="-285750" algn="just">
              <a:buFont typeface="Wingdings" panose="05000000000000000000" pitchFamily="2" charset="2"/>
              <a:buChar char="§"/>
            </a:pPr>
            <a:r>
              <a:rPr lang="en-IN" sz="2200" dirty="0"/>
              <a:t>Introduction</a:t>
            </a:r>
          </a:p>
          <a:p>
            <a:pPr marL="285750" indent="-285750" algn="just">
              <a:buFont typeface="Wingdings" panose="05000000000000000000" pitchFamily="2" charset="2"/>
              <a:buChar char="§"/>
            </a:pPr>
            <a:endParaRPr lang="en-IN" dirty="0"/>
          </a:p>
          <a:p>
            <a:pPr marL="285750" indent="-285750" algn="just">
              <a:buFont typeface="Wingdings" panose="05000000000000000000" pitchFamily="2" charset="2"/>
              <a:buChar char="§"/>
            </a:pPr>
            <a:r>
              <a:rPr lang="en-IN" sz="2200" dirty="0"/>
              <a:t>KPI’s</a:t>
            </a:r>
          </a:p>
          <a:p>
            <a:pPr marL="285750" indent="-285750" algn="just">
              <a:buFont typeface="Wingdings" panose="05000000000000000000" pitchFamily="2" charset="2"/>
              <a:buChar char="§"/>
            </a:pPr>
            <a:endParaRPr lang="en-IN" dirty="0"/>
          </a:p>
          <a:p>
            <a:pPr marL="742950" lvl="1" indent="-285750" algn="just">
              <a:buFont typeface="Wingdings" panose="05000000000000000000" pitchFamily="2" charset="2"/>
              <a:buChar char="ü"/>
            </a:pPr>
            <a:r>
              <a:rPr lang="en-IN" dirty="0"/>
              <a:t>Year Wise Loan Amount Statistics</a:t>
            </a:r>
          </a:p>
          <a:p>
            <a:pPr marL="742950" lvl="1" indent="-285750" algn="just">
              <a:buFont typeface="Wingdings" panose="05000000000000000000" pitchFamily="2" charset="2"/>
              <a:buChar char="ü"/>
            </a:pPr>
            <a:endParaRPr lang="en-IN" dirty="0"/>
          </a:p>
          <a:p>
            <a:pPr marL="742950" lvl="1" indent="-285750" algn="just">
              <a:buFont typeface="Wingdings" panose="05000000000000000000" pitchFamily="2" charset="2"/>
              <a:buChar char="ü"/>
            </a:pPr>
            <a:r>
              <a:rPr lang="en-IN" dirty="0"/>
              <a:t>Grade &amp; Sub-Grade Wise Revolving Balance</a:t>
            </a:r>
          </a:p>
          <a:p>
            <a:pPr marL="742950" lvl="1" indent="-285750" algn="just">
              <a:buFont typeface="Wingdings" panose="05000000000000000000" pitchFamily="2" charset="2"/>
              <a:buChar char="ü"/>
            </a:pPr>
            <a:endParaRPr lang="en-IN" dirty="0"/>
          </a:p>
          <a:p>
            <a:pPr marL="742950" lvl="1" indent="-285750" algn="just">
              <a:buFont typeface="Wingdings" panose="05000000000000000000" pitchFamily="2" charset="2"/>
              <a:buChar char="ü"/>
            </a:pPr>
            <a:r>
              <a:rPr lang="en-US" dirty="0"/>
              <a:t>Total Payment For Verified Status Vs Total Payment For Non-Verified Status</a:t>
            </a:r>
          </a:p>
          <a:p>
            <a:pPr marL="742950" lvl="1" indent="-285750" algn="just">
              <a:buFont typeface="Wingdings" panose="05000000000000000000" pitchFamily="2" charset="2"/>
              <a:buChar char="ü"/>
            </a:pPr>
            <a:endParaRPr lang="en-US" dirty="0"/>
          </a:p>
          <a:p>
            <a:pPr marL="742950" lvl="1" indent="-285750" algn="just">
              <a:buFont typeface="Wingdings" panose="05000000000000000000" pitchFamily="2" charset="2"/>
              <a:buChar char="ü"/>
            </a:pPr>
            <a:r>
              <a:rPr lang="en-US" dirty="0"/>
              <a:t>State Wise And Month Wise Loan Status</a:t>
            </a:r>
          </a:p>
          <a:p>
            <a:pPr marL="742950" lvl="1" indent="-285750" algn="just">
              <a:buFont typeface="Wingdings" panose="05000000000000000000" pitchFamily="2" charset="2"/>
              <a:buChar char="ü"/>
            </a:pPr>
            <a:endParaRPr lang="en-US" dirty="0"/>
          </a:p>
          <a:p>
            <a:pPr marL="742950" lvl="1" indent="-285750" algn="just">
              <a:buFont typeface="Wingdings" panose="05000000000000000000" pitchFamily="2" charset="2"/>
              <a:buChar char="ü"/>
            </a:pPr>
            <a:r>
              <a:rPr lang="en-US" dirty="0"/>
              <a:t>Home Ownership Vs Last Payment Date Statistics</a:t>
            </a:r>
          </a:p>
          <a:p>
            <a:pPr lvl="1"/>
            <a:endParaRPr lang="en-US" dirty="0"/>
          </a:p>
          <a:p>
            <a:pPr marL="285750" indent="-285750" algn="just">
              <a:buFont typeface="Wingdings" panose="05000000000000000000" pitchFamily="2" charset="2"/>
              <a:buChar char="§"/>
            </a:pPr>
            <a:r>
              <a:rPr lang="en-IN" sz="2200" dirty="0"/>
              <a:t>Dashboard’s</a:t>
            </a:r>
          </a:p>
        </p:txBody>
      </p:sp>
      <p:sp>
        <p:nvSpPr>
          <p:cNvPr id="8" name="Rectangle 2">
            <a:extLst>
              <a:ext uri="{FF2B5EF4-FFF2-40B4-BE49-F238E27FC236}">
                <a16:creationId xmlns:a16="http://schemas.microsoft.com/office/drawing/2014/main" id="{F11F7EF4-4353-6D0E-7D7D-9ADF06E9C03F}"/>
              </a:ext>
            </a:extLst>
          </p:cNvPr>
          <p:cNvSpPr>
            <a:spLocks noChangeArrowheads="1"/>
          </p:cNvSpPr>
          <p:nvPr/>
        </p:nvSpPr>
        <p:spPr bwMode="auto">
          <a:xfrm>
            <a:off x="344130" y="341122"/>
            <a:ext cx="426085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70317300"/>
      </p:ext>
    </p:extLst>
  </p:cSld>
  <p:clrMapOvr>
    <a:masterClrMapping/>
  </p:clrMapOvr>
  <mc:AlternateContent xmlns:mc="http://schemas.openxmlformats.org/markup-compatibility/2006" xmlns:p14="http://schemas.microsoft.com/office/powerpoint/2010/main">
    <mc:Choice Requires="p14">
      <p:transition spd="slow" p14:dur="2000" advTm="3178"/>
    </mc:Choice>
    <mc:Fallback xmlns="">
      <p:transition spd="slow" advTm="31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92DE4DE2-B197-2834-4A07-E2F90B83DD8D}"/>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F54ACBDA-C1AA-5ECE-24B0-86AF78AD2A4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E9C0A785-9786-9A11-F8C4-90160FDBAF31}"/>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01D71BD5-FD51-DE62-39F8-B5247C4B00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D95C5CDD-EC10-B541-D089-FF1D7C0FEBCA}"/>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C1BB3DBC-E233-D2FF-5613-A83F7B80C78D}"/>
              </a:ext>
            </a:extLst>
          </p:cNvPr>
          <p:cNvSpPr txBox="1">
            <a:spLocks/>
          </p:cNvSpPr>
          <p:nvPr/>
        </p:nvSpPr>
        <p:spPr>
          <a:xfrm>
            <a:off x="3200308" y="1237134"/>
            <a:ext cx="3906663"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800" b="1" dirty="0">
                <a:latin typeface="Arial" panose="020B0604020202020204" pitchFamily="34" charset="0"/>
                <a:cs typeface="Arial" panose="020B0604020202020204" pitchFamily="34" charset="0"/>
              </a:rPr>
              <a:t>Introduction :-</a:t>
            </a:r>
          </a:p>
        </p:txBody>
      </p:sp>
      <p:sp>
        <p:nvSpPr>
          <p:cNvPr id="2" name="Subtitle 2">
            <a:extLst>
              <a:ext uri="{FF2B5EF4-FFF2-40B4-BE49-F238E27FC236}">
                <a16:creationId xmlns:a16="http://schemas.microsoft.com/office/drawing/2014/main" id="{686C0030-55F4-F294-7145-E96573C8AB8F}"/>
              </a:ext>
            </a:extLst>
          </p:cNvPr>
          <p:cNvSpPr txBox="1">
            <a:spLocks/>
          </p:cNvSpPr>
          <p:nvPr/>
        </p:nvSpPr>
        <p:spPr>
          <a:xfrm>
            <a:off x="3990265" y="2447631"/>
            <a:ext cx="3906663"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20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9EDFD013-F99C-C8A3-C0DA-7CF572D7CD6B}"/>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TextBox 4">
            <a:extLst>
              <a:ext uri="{FF2B5EF4-FFF2-40B4-BE49-F238E27FC236}">
                <a16:creationId xmlns:a16="http://schemas.microsoft.com/office/drawing/2014/main" id="{F286EDA4-FB93-1463-960E-6FACB357F6C7}"/>
              </a:ext>
            </a:extLst>
          </p:cNvPr>
          <p:cNvSpPr txBox="1"/>
          <p:nvPr/>
        </p:nvSpPr>
        <p:spPr>
          <a:xfrm>
            <a:off x="548605" y="2274838"/>
            <a:ext cx="9112230" cy="2862322"/>
          </a:xfrm>
          <a:prstGeom prst="rect">
            <a:avLst/>
          </a:prstGeom>
          <a:noFill/>
        </p:spPr>
        <p:txBody>
          <a:bodyPr wrap="square">
            <a:spAutoFit/>
          </a:bodyPr>
          <a:lstStyle/>
          <a:p>
            <a:pPr marL="285750" indent="-285750" algn="just">
              <a:buFont typeface="Wingdings" panose="05000000000000000000" pitchFamily="2" charset="2"/>
              <a:buChar char="Ø"/>
            </a:pPr>
            <a:r>
              <a:rPr lang="en-IN" dirty="0"/>
              <a:t>In an ever-evolving financial landscape, it is significant to understand the intricacies of bank performance for stakeholders, investors, and regulators alike. This presentation gives us a comprehensive analysis of a bank, delving into its financial health, operational efficiency, risk management practices, and market positioning.</a:t>
            </a:r>
          </a:p>
          <a:p>
            <a:pPr algn="just"/>
            <a:endParaRPr lang="en-IN" dirty="0"/>
          </a:p>
          <a:p>
            <a:pPr algn="just"/>
            <a:endParaRPr lang="en-IN" dirty="0"/>
          </a:p>
          <a:p>
            <a:pPr marL="285750" indent="-285750" algn="just">
              <a:buFont typeface="Wingdings" panose="05000000000000000000" pitchFamily="2" charset="2"/>
              <a:buChar char="Ø"/>
            </a:pPr>
            <a:r>
              <a:rPr lang="en-IN" dirty="0"/>
              <a:t>Through this analysis, we seek to provide a holistic view of the bank's strengths, weaknesses, opportunities, and threats, offering valuable perspectives to navigate through the dynamics of banking. </a:t>
            </a:r>
          </a:p>
        </p:txBody>
      </p:sp>
      <p:sp>
        <p:nvSpPr>
          <p:cNvPr id="8" name="Rectangle 2">
            <a:extLst>
              <a:ext uri="{FF2B5EF4-FFF2-40B4-BE49-F238E27FC236}">
                <a16:creationId xmlns:a16="http://schemas.microsoft.com/office/drawing/2014/main" id="{F11F7EF4-4353-6D0E-7D7D-9ADF06E9C03F}"/>
              </a:ext>
            </a:extLst>
          </p:cNvPr>
          <p:cNvSpPr>
            <a:spLocks noChangeArrowheads="1"/>
          </p:cNvSpPr>
          <p:nvPr/>
        </p:nvSpPr>
        <p:spPr bwMode="auto">
          <a:xfrm>
            <a:off x="344130" y="17957"/>
            <a:ext cx="184731"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effectLst/>
                <a:latin typeface="Söhne"/>
              </a:rPr>
            </a:br>
            <a:endParaRPr kumimoji="0" lang="en-US" altLang="en-US" sz="18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1392735176"/>
      </p:ext>
    </p:extLst>
  </p:cSld>
  <p:clrMapOvr>
    <a:masterClrMapping/>
  </p:clrMapOvr>
  <mc:AlternateContent xmlns:mc="http://schemas.openxmlformats.org/markup-compatibility/2006" xmlns:p14="http://schemas.microsoft.com/office/powerpoint/2010/main">
    <mc:Choice Requires="p14">
      <p:transition spd="slow" p14:dur="2000" advTm="3178"/>
    </mc:Choice>
    <mc:Fallback xmlns="">
      <p:transition spd="slow" advTm="31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6CEF1-A06C-1A94-9064-BC5100F575E4}"/>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74A2D1BC-97B6-B19C-0691-D724BB55FF53}"/>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2B8BCE6E-9AE8-34F0-102F-C4EC8137457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ABAC21C0-FBF6-1C53-C88B-9A82FCE5EEB7}"/>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34C40FC7-D59D-842D-9C03-5F28FA6637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7A5864C9-0FAD-9909-50D0-0AE9B62E9154}"/>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solidFill>
                    <a:schemeClr val="accent1">
                      <a:lumMod val="75000"/>
                    </a:schemeClr>
                  </a:solidFill>
                  <a:latin typeface="Arial" panose="020B0604020202020204" pitchFamily="34" charset="0"/>
                  <a:cs typeface="Arial" panose="020B0604020202020204" pitchFamily="34" charset="0"/>
                </a:rPr>
                <a:t>Central Bank of India</a:t>
              </a:r>
            </a:p>
          </p:txBody>
        </p:sp>
      </p:grpSp>
      <p:sp>
        <p:nvSpPr>
          <p:cNvPr id="2" name="Subtitle 2">
            <a:extLst>
              <a:ext uri="{FF2B5EF4-FFF2-40B4-BE49-F238E27FC236}">
                <a16:creationId xmlns:a16="http://schemas.microsoft.com/office/drawing/2014/main" id="{CD49FABB-AC87-6176-86A2-49A963DE1959}"/>
              </a:ext>
            </a:extLst>
          </p:cNvPr>
          <p:cNvSpPr txBox="1">
            <a:spLocks/>
          </p:cNvSpPr>
          <p:nvPr/>
        </p:nvSpPr>
        <p:spPr>
          <a:xfrm>
            <a:off x="3990265" y="2447631"/>
            <a:ext cx="3906663"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2000" dirty="0">
              <a:solidFill>
                <a:schemeClr val="accent1">
                  <a:lumMod val="75000"/>
                </a:schemeClr>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29F66277-0D5C-1A11-F462-7F70552D5498}"/>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2">
            <a:extLst>
              <a:ext uri="{FF2B5EF4-FFF2-40B4-BE49-F238E27FC236}">
                <a16:creationId xmlns:a16="http://schemas.microsoft.com/office/drawing/2014/main" id="{4F5C18A6-79BA-09A4-2423-F722F565F942}"/>
              </a:ext>
            </a:extLst>
          </p:cNvPr>
          <p:cNvSpPr>
            <a:spLocks noChangeArrowheads="1"/>
          </p:cNvSpPr>
          <p:nvPr/>
        </p:nvSpPr>
        <p:spPr bwMode="auto">
          <a:xfrm>
            <a:off x="344130" y="341122"/>
            <a:ext cx="426085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object 3">
            <a:extLst>
              <a:ext uri="{FF2B5EF4-FFF2-40B4-BE49-F238E27FC236}">
                <a16:creationId xmlns:a16="http://schemas.microsoft.com/office/drawing/2014/main" id="{A6F3C7E0-289B-11B5-7DAD-2C1AFF14B11F}"/>
              </a:ext>
            </a:extLst>
          </p:cNvPr>
          <p:cNvSpPr txBox="1">
            <a:spLocks/>
          </p:cNvSpPr>
          <p:nvPr/>
        </p:nvSpPr>
        <p:spPr>
          <a:xfrm>
            <a:off x="4765802" y="1205610"/>
            <a:ext cx="2590800" cy="694421"/>
          </a:xfrm>
          <a:prstGeom prst="rect">
            <a:avLst/>
          </a:prstGeom>
        </p:spPr>
        <p:txBody>
          <a:bodyPr vert="horz" wrap="square" lIns="0" tIns="17145"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35"/>
              </a:spcBef>
              <a:tabLst>
                <a:tab pos="1692910" algn="l"/>
              </a:tabLst>
            </a:pPr>
            <a:r>
              <a:rPr lang="en-IN" sz="4400" spc="-20">
                <a:latin typeface="Aptos Display" panose="020B0004020202020204" pitchFamily="34" charset="0"/>
              </a:rPr>
              <a:t>DATA </a:t>
            </a:r>
            <a:r>
              <a:rPr lang="en-IN" sz="4400" spc="-750">
                <a:latin typeface="Aptos Display" panose="020B0004020202020204" pitchFamily="34" charset="0"/>
              </a:rPr>
              <a:t>S  </a:t>
            </a:r>
            <a:r>
              <a:rPr lang="en-IN" sz="4400" spc="-520">
                <a:latin typeface="Aptos Display" panose="020B0004020202020204" pitchFamily="34" charset="0"/>
              </a:rPr>
              <a:t> </a:t>
            </a:r>
            <a:r>
              <a:rPr lang="en-IN" sz="4400" spc="-750">
                <a:latin typeface="Aptos Display" panose="020B0004020202020204" pitchFamily="34" charset="0"/>
              </a:rPr>
              <a:t>E</a:t>
            </a:r>
            <a:r>
              <a:rPr lang="en-IN" sz="4400" spc="-525">
                <a:latin typeface="Aptos Display" panose="020B0004020202020204" pitchFamily="34" charset="0"/>
              </a:rPr>
              <a:t>  </a:t>
            </a:r>
            <a:r>
              <a:rPr lang="en-IN" sz="4400" spc="-565">
                <a:latin typeface="Aptos Display" panose="020B0004020202020204" pitchFamily="34" charset="0"/>
              </a:rPr>
              <a:t>T</a:t>
            </a:r>
            <a:endParaRPr lang="en-IN" sz="4400" dirty="0">
              <a:latin typeface="Aptos Display" panose="020B0004020202020204" pitchFamily="34" charset="0"/>
            </a:endParaRPr>
          </a:p>
        </p:txBody>
      </p:sp>
      <p:graphicFrame>
        <p:nvGraphicFramePr>
          <p:cNvPr id="6" name="object 5">
            <a:extLst>
              <a:ext uri="{FF2B5EF4-FFF2-40B4-BE49-F238E27FC236}">
                <a16:creationId xmlns:a16="http://schemas.microsoft.com/office/drawing/2014/main" id="{95A5B4BE-B91D-253A-A15C-2DD9DF89B4A9}"/>
              </a:ext>
            </a:extLst>
          </p:cNvPr>
          <p:cNvGraphicFramePr>
            <a:graphicFrameLocks noGrp="1"/>
          </p:cNvGraphicFramePr>
          <p:nvPr>
            <p:extLst>
              <p:ext uri="{D42A27DB-BD31-4B8C-83A1-F6EECF244321}">
                <p14:modId xmlns:p14="http://schemas.microsoft.com/office/powerpoint/2010/main" val="1868586391"/>
              </p:ext>
            </p:extLst>
          </p:nvPr>
        </p:nvGraphicFramePr>
        <p:xfrm>
          <a:off x="1317625" y="2206625"/>
          <a:ext cx="9646918" cy="2962275"/>
        </p:xfrm>
        <a:graphic>
          <a:graphicData uri="http://schemas.openxmlformats.org/drawingml/2006/table">
            <a:tbl>
              <a:tblPr firstRow="1" bandRow="1">
                <a:tableStyleId>{2D5ABB26-0587-4C30-8999-92F81FD0307C}</a:tableStyleId>
              </a:tblPr>
              <a:tblGrid>
                <a:gridCol w="2547620">
                  <a:extLst>
                    <a:ext uri="{9D8B030D-6E8A-4147-A177-3AD203B41FA5}">
                      <a16:colId xmlns:a16="http://schemas.microsoft.com/office/drawing/2014/main" val="20000"/>
                    </a:ext>
                  </a:extLst>
                </a:gridCol>
                <a:gridCol w="3559809">
                  <a:extLst>
                    <a:ext uri="{9D8B030D-6E8A-4147-A177-3AD203B41FA5}">
                      <a16:colId xmlns:a16="http://schemas.microsoft.com/office/drawing/2014/main" val="20001"/>
                    </a:ext>
                  </a:extLst>
                </a:gridCol>
                <a:gridCol w="3539489">
                  <a:extLst>
                    <a:ext uri="{9D8B030D-6E8A-4147-A177-3AD203B41FA5}">
                      <a16:colId xmlns:a16="http://schemas.microsoft.com/office/drawing/2014/main" val="20002"/>
                    </a:ext>
                  </a:extLst>
                </a:gridCol>
              </a:tblGrid>
              <a:tr h="457200">
                <a:tc>
                  <a:txBody>
                    <a:bodyPr/>
                    <a:lstStyle/>
                    <a:p>
                      <a:pPr marL="8255" algn="ctr">
                        <a:lnSpc>
                          <a:spcPct val="100000"/>
                        </a:lnSpc>
                        <a:spcBef>
                          <a:spcPts val="575"/>
                        </a:spcBef>
                      </a:pPr>
                      <a:r>
                        <a:rPr sz="2000" b="1" dirty="0">
                          <a:solidFill>
                            <a:schemeClr val="tx1"/>
                          </a:solidFill>
                          <a:latin typeface="Segoe UI"/>
                          <a:cs typeface="Segoe UI"/>
                        </a:rPr>
                        <a:t>Data</a:t>
                      </a:r>
                      <a:r>
                        <a:rPr sz="2000" b="1" spc="-40" dirty="0">
                          <a:solidFill>
                            <a:schemeClr val="tx1"/>
                          </a:solidFill>
                          <a:latin typeface="Segoe UI"/>
                          <a:cs typeface="Segoe UI"/>
                        </a:rPr>
                        <a:t> </a:t>
                      </a:r>
                      <a:r>
                        <a:rPr sz="2000" b="1" spc="-25" dirty="0">
                          <a:solidFill>
                            <a:schemeClr val="tx1"/>
                          </a:solidFill>
                          <a:latin typeface="Segoe UI"/>
                          <a:cs typeface="Segoe UI"/>
                        </a:rPr>
                        <a:t>Set</a:t>
                      </a:r>
                      <a:endParaRPr sz="2000" dirty="0">
                        <a:solidFill>
                          <a:schemeClr val="tx1"/>
                        </a:solidFill>
                        <a:latin typeface="Segoe UI"/>
                        <a:cs typeface="Segoe UI"/>
                      </a:endParaRPr>
                    </a:p>
                  </a:txBody>
                  <a:tcPr marL="0" marR="0" marT="73025" marB="0">
                    <a:lnL w="12700">
                      <a:solidFill>
                        <a:srgbClr val="0F2856"/>
                      </a:solidFill>
                      <a:prstDash val="solid"/>
                    </a:lnL>
                    <a:lnR w="12700">
                      <a:solidFill>
                        <a:srgbClr val="0F2856"/>
                      </a:solidFill>
                      <a:prstDash val="solid"/>
                    </a:lnR>
                    <a:lnT w="12700">
                      <a:solidFill>
                        <a:srgbClr val="0F2856"/>
                      </a:solidFill>
                      <a:prstDash val="solid"/>
                    </a:lnT>
                    <a:lnB w="12700">
                      <a:solidFill>
                        <a:srgbClr val="0F2856"/>
                      </a:solidFill>
                      <a:prstDash val="solid"/>
                    </a:lnB>
                    <a:solidFill>
                      <a:srgbClr val="FFFFFF">
                        <a:alpha val="39999"/>
                      </a:srgbClr>
                    </a:solidFill>
                  </a:tcPr>
                </a:tc>
                <a:tc>
                  <a:txBody>
                    <a:bodyPr/>
                    <a:lstStyle/>
                    <a:p>
                      <a:pPr marR="1270" algn="ctr">
                        <a:lnSpc>
                          <a:spcPct val="100000"/>
                        </a:lnSpc>
                        <a:spcBef>
                          <a:spcPts val="270"/>
                        </a:spcBef>
                      </a:pPr>
                      <a:r>
                        <a:rPr sz="2350" b="1" spc="-50" dirty="0">
                          <a:solidFill>
                            <a:srgbClr val="0F2856"/>
                          </a:solidFill>
                          <a:latin typeface="Arial"/>
                          <a:cs typeface="Arial"/>
                        </a:rPr>
                        <a:t>Finance_1</a:t>
                      </a:r>
                      <a:endParaRPr sz="2350">
                        <a:latin typeface="Arial"/>
                        <a:cs typeface="Arial"/>
                      </a:endParaRPr>
                    </a:p>
                  </a:txBody>
                  <a:tcPr marL="0" marR="0" marT="34290" marB="0">
                    <a:lnL w="12700" cap="flat" cmpd="sng" algn="ctr">
                      <a:solidFill>
                        <a:srgbClr val="0F2856"/>
                      </a:solidFill>
                      <a:prstDash val="solid"/>
                      <a:round/>
                      <a:headEnd type="none" w="med" len="med"/>
                      <a:tailEnd type="none" w="med" len="med"/>
                    </a:lnL>
                    <a:lnR w="12700">
                      <a:solidFill>
                        <a:srgbClr val="0F2856"/>
                      </a:solidFill>
                      <a:prstDash val="solid"/>
                    </a:lnR>
                    <a:lnT w="12700">
                      <a:solidFill>
                        <a:srgbClr val="0F2856"/>
                      </a:solidFill>
                      <a:prstDash val="solid"/>
                    </a:lnT>
                    <a:lnB w="12700">
                      <a:solidFill>
                        <a:srgbClr val="0F2856"/>
                      </a:solidFill>
                      <a:prstDash val="solid"/>
                    </a:lnB>
                    <a:solidFill>
                      <a:srgbClr val="F6A6F4"/>
                    </a:solidFill>
                  </a:tcPr>
                </a:tc>
                <a:tc>
                  <a:txBody>
                    <a:bodyPr/>
                    <a:lstStyle/>
                    <a:p>
                      <a:pPr marL="635" algn="ctr">
                        <a:lnSpc>
                          <a:spcPct val="100000"/>
                        </a:lnSpc>
                        <a:spcBef>
                          <a:spcPts val="270"/>
                        </a:spcBef>
                      </a:pPr>
                      <a:r>
                        <a:rPr sz="2350" b="1" spc="-50" dirty="0">
                          <a:solidFill>
                            <a:srgbClr val="0F2856"/>
                          </a:solidFill>
                          <a:latin typeface="Arial"/>
                          <a:cs typeface="Arial"/>
                        </a:rPr>
                        <a:t>Finance_2</a:t>
                      </a:r>
                      <a:endParaRPr sz="2350">
                        <a:latin typeface="Arial"/>
                        <a:cs typeface="Arial"/>
                      </a:endParaRPr>
                    </a:p>
                  </a:txBody>
                  <a:tcPr marL="0" marR="0" marT="34290" marB="0">
                    <a:lnL w="12700">
                      <a:solidFill>
                        <a:srgbClr val="0F2856"/>
                      </a:solidFill>
                      <a:prstDash val="solid"/>
                    </a:lnL>
                    <a:lnR w="12700">
                      <a:solidFill>
                        <a:srgbClr val="0F2856"/>
                      </a:solidFill>
                      <a:prstDash val="solid"/>
                    </a:lnR>
                    <a:lnT w="12700">
                      <a:solidFill>
                        <a:srgbClr val="0F2856"/>
                      </a:solidFill>
                      <a:prstDash val="solid"/>
                    </a:lnT>
                    <a:lnB w="12700">
                      <a:solidFill>
                        <a:srgbClr val="0F2856"/>
                      </a:solidFill>
                      <a:prstDash val="solid"/>
                    </a:lnB>
                    <a:solidFill>
                      <a:srgbClr val="AAA4F8"/>
                    </a:solidFill>
                  </a:tcPr>
                </a:tc>
                <a:extLst>
                  <a:ext uri="{0D108BD9-81ED-4DB2-BD59-A6C34878D82A}">
                    <a16:rowId xmlns:a16="http://schemas.microsoft.com/office/drawing/2014/main" val="10000"/>
                  </a:ext>
                </a:extLst>
              </a:tr>
              <a:tr h="607695">
                <a:tc>
                  <a:txBody>
                    <a:bodyPr/>
                    <a:lstStyle/>
                    <a:p>
                      <a:pPr marL="5715" algn="ctr">
                        <a:lnSpc>
                          <a:spcPct val="100000"/>
                        </a:lnSpc>
                        <a:spcBef>
                          <a:spcPts val="1505"/>
                        </a:spcBef>
                      </a:pPr>
                      <a:r>
                        <a:rPr sz="1550" dirty="0">
                          <a:solidFill>
                            <a:schemeClr val="tx1"/>
                          </a:solidFill>
                          <a:latin typeface="Segoe UI Light"/>
                          <a:cs typeface="Segoe UI Light"/>
                        </a:rPr>
                        <a:t>No. of</a:t>
                      </a:r>
                      <a:r>
                        <a:rPr sz="1550" spc="60" dirty="0">
                          <a:solidFill>
                            <a:schemeClr val="tx1"/>
                          </a:solidFill>
                          <a:latin typeface="Segoe UI Light"/>
                          <a:cs typeface="Segoe UI Light"/>
                        </a:rPr>
                        <a:t> </a:t>
                      </a:r>
                      <a:r>
                        <a:rPr sz="1550" spc="-20" dirty="0">
                          <a:solidFill>
                            <a:schemeClr val="tx1"/>
                          </a:solidFill>
                          <a:latin typeface="Segoe UI Light"/>
                          <a:cs typeface="Segoe UI Light"/>
                        </a:rPr>
                        <a:t>Rows</a:t>
                      </a:r>
                      <a:endParaRPr sz="1550" dirty="0">
                        <a:solidFill>
                          <a:schemeClr val="tx1"/>
                        </a:solidFill>
                        <a:latin typeface="Segoe UI Light"/>
                        <a:cs typeface="Segoe UI Light"/>
                      </a:endParaRPr>
                    </a:p>
                  </a:txBody>
                  <a:tcPr marL="0" marR="0" marT="191135" marB="0">
                    <a:lnL w="12700">
                      <a:solidFill>
                        <a:srgbClr val="0F2856"/>
                      </a:solidFill>
                      <a:prstDash val="solid"/>
                    </a:lnL>
                    <a:lnR w="12700">
                      <a:solidFill>
                        <a:srgbClr val="0F2856"/>
                      </a:solidFill>
                      <a:prstDash val="solid"/>
                    </a:lnR>
                    <a:lnT w="12700">
                      <a:solidFill>
                        <a:srgbClr val="0F2856"/>
                      </a:solidFill>
                      <a:prstDash val="solid"/>
                    </a:lnT>
                    <a:lnB w="12700">
                      <a:solidFill>
                        <a:srgbClr val="0F2856"/>
                      </a:solidFill>
                      <a:prstDash val="solid"/>
                    </a:lnB>
                    <a:solidFill>
                      <a:srgbClr val="FFFFFF">
                        <a:alpha val="30195"/>
                      </a:srgbClr>
                    </a:solidFill>
                  </a:tcPr>
                </a:tc>
                <a:tc>
                  <a:txBody>
                    <a:bodyPr/>
                    <a:lstStyle/>
                    <a:p>
                      <a:pPr algn="ctr">
                        <a:lnSpc>
                          <a:spcPct val="100000"/>
                        </a:lnSpc>
                        <a:spcBef>
                          <a:spcPts val="1505"/>
                        </a:spcBef>
                      </a:pPr>
                      <a:r>
                        <a:rPr sz="1550" spc="-25" dirty="0">
                          <a:solidFill>
                            <a:schemeClr val="tx1"/>
                          </a:solidFill>
                          <a:latin typeface="Segoe UI Light"/>
                          <a:cs typeface="Segoe UI Light"/>
                        </a:rPr>
                        <a:t>39k</a:t>
                      </a:r>
                      <a:endParaRPr sz="1550" dirty="0">
                        <a:solidFill>
                          <a:schemeClr val="tx1"/>
                        </a:solidFill>
                        <a:latin typeface="Segoe UI Light"/>
                        <a:cs typeface="Segoe UI Light"/>
                      </a:endParaRPr>
                    </a:p>
                  </a:txBody>
                  <a:tcPr marL="0" marR="0" marT="191135" marB="0">
                    <a:lnL w="12700" cap="flat" cmpd="sng" algn="ctr">
                      <a:solidFill>
                        <a:srgbClr val="0F2856"/>
                      </a:solidFill>
                      <a:prstDash val="solid"/>
                      <a:round/>
                      <a:headEnd type="none" w="med" len="med"/>
                      <a:tailEnd type="none" w="med" len="med"/>
                    </a:lnL>
                    <a:lnR w="12700">
                      <a:solidFill>
                        <a:srgbClr val="0F2856"/>
                      </a:solidFill>
                      <a:prstDash val="solid"/>
                    </a:lnR>
                    <a:lnT w="12700">
                      <a:solidFill>
                        <a:srgbClr val="0F2856"/>
                      </a:solidFill>
                      <a:prstDash val="solid"/>
                    </a:lnT>
                    <a:lnB w="12700">
                      <a:solidFill>
                        <a:srgbClr val="0F2856"/>
                      </a:solidFill>
                      <a:prstDash val="solid"/>
                    </a:lnB>
                    <a:solidFill>
                      <a:srgbClr val="FFFFFF">
                        <a:alpha val="30195"/>
                      </a:srgbClr>
                    </a:solidFill>
                  </a:tcPr>
                </a:tc>
                <a:tc>
                  <a:txBody>
                    <a:bodyPr/>
                    <a:lstStyle/>
                    <a:p>
                      <a:pPr marL="635" algn="ctr">
                        <a:lnSpc>
                          <a:spcPct val="100000"/>
                        </a:lnSpc>
                        <a:spcBef>
                          <a:spcPts val="1505"/>
                        </a:spcBef>
                      </a:pPr>
                      <a:r>
                        <a:rPr sz="1550" spc="-25" dirty="0">
                          <a:solidFill>
                            <a:schemeClr val="tx1"/>
                          </a:solidFill>
                          <a:latin typeface="Segoe UI Light"/>
                          <a:cs typeface="Segoe UI Light"/>
                        </a:rPr>
                        <a:t>39k</a:t>
                      </a:r>
                      <a:endParaRPr sz="1550">
                        <a:solidFill>
                          <a:schemeClr val="tx1"/>
                        </a:solidFill>
                        <a:latin typeface="Segoe UI Light"/>
                        <a:cs typeface="Segoe UI Light"/>
                      </a:endParaRPr>
                    </a:p>
                  </a:txBody>
                  <a:tcPr marL="0" marR="0" marT="191135" marB="0">
                    <a:lnL w="12700">
                      <a:solidFill>
                        <a:srgbClr val="0F2856"/>
                      </a:solidFill>
                      <a:prstDash val="solid"/>
                    </a:lnL>
                    <a:lnR w="12700">
                      <a:solidFill>
                        <a:srgbClr val="0F2856"/>
                      </a:solidFill>
                      <a:prstDash val="solid"/>
                    </a:lnR>
                    <a:lnT w="12700">
                      <a:solidFill>
                        <a:srgbClr val="0F2856"/>
                      </a:solidFill>
                      <a:prstDash val="solid"/>
                    </a:lnT>
                    <a:lnB w="12700">
                      <a:solidFill>
                        <a:srgbClr val="0F2856"/>
                      </a:solidFill>
                      <a:prstDash val="solid"/>
                    </a:lnB>
                    <a:solidFill>
                      <a:srgbClr val="FFFFFF">
                        <a:alpha val="30195"/>
                      </a:srgbClr>
                    </a:solidFill>
                  </a:tcPr>
                </a:tc>
                <a:extLst>
                  <a:ext uri="{0D108BD9-81ED-4DB2-BD59-A6C34878D82A}">
                    <a16:rowId xmlns:a16="http://schemas.microsoft.com/office/drawing/2014/main" val="10001"/>
                  </a:ext>
                </a:extLst>
              </a:tr>
              <a:tr h="610235">
                <a:tc>
                  <a:txBody>
                    <a:bodyPr/>
                    <a:lstStyle/>
                    <a:p>
                      <a:pPr marL="2540" algn="ctr">
                        <a:lnSpc>
                          <a:spcPct val="100000"/>
                        </a:lnSpc>
                        <a:spcBef>
                          <a:spcPts val="1520"/>
                        </a:spcBef>
                      </a:pPr>
                      <a:r>
                        <a:rPr sz="1550" dirty="0">
                          <a:solidFill>
                            <a:schemeClr val="tx1"/>
                          </a:solidFill>
                          <a:latin typeface="Segoe UI Light"/>
                          <a:cs typeface="Segoe UI Light"/>
                        </a:rPr>
                        <a:t>No.</a:t>
                      </a:r>
                      <a:r>
                        <a:rPr sz="1550" spc="-5" dirty="0">
                          <a:solidFill>
                            <a:schemeClr val="tx1"/>
                          </a:solidFill>
                          <a:latin typeface="Segoe UI Light"/>
                          <a:cs typeface="Segoe UI Light"/>
                        </a:rPr>
                        <a:t> </a:t>
                      </a:r>
                      <a:r>
                        <a:rPr sz="1550" dirty="0">
                          <a:solidFill>
                            <a:schemeClr val="tx1"/>
                          </a:solidFill>
                          <a:latin typeface="Segoe UI Light"/>
                          <a:cs typeface="Segoe UI Light"/>
                        </a:rPr>
                        <a:t>of</a:t>
                      </a:r>
                      <a:r>
                        <a:rPr sz="1550" spc="55" dirty="0">
                          <a:solidFill>
                            <a:schemeClr val="tx1"/>
                          </a:solidFill>
                          <a:latin typeface="Segoe UI Light"/>
                          <a:cs typeface="Segoe UI Light"/>
                        </a:rPr>
                        <a:t> </a:t>
                      </a:r>
                      <a:r>
                        <a:rPr sz="1550" spc="-10" dirty="0">
                          <a:solidFill>
                            <a:schemeClr val="tx1"/>
                          </a:solidFill>
                          <a:latin typeface="Segoe UI Light"/>
                          <a:cs typeface="Segoe UI Light"/>
                        </a:rPr>
                        <a:t>Columns</a:t>
                      </a:r>
                      <a:endParaRPr sz="1550" dirty="0">
                        <a:solidFill>
                          <a:schemeClr val="tx1"/>
                        </a:solidFill>
                        <a:latin typeface="Segoe UI Light"/>
                        <a:cs typeface="Segoe UI Light"/>
                      </a:endParaRPr>
                    </a:p>
                  </a:txBody>
                  <a:tcPr marL="0" marR="0" marT="193040" marB="0">
                    <a:lnL w="12700">
                      <a:solidFill>
                        <a:srgbClr val="0F2856"/>
                      </a:solidFill>
                      <a:prstDash val="solid"/>
                    </a:lnL>
                    <a:lnR w="12700">
                      <a:solidFill>
                        <a:srgbClr val="0F2856"/>
                      </a:solidFill>
                      <a:prstDash val="solid"/>
                    </a:lnR>
                    <a:lnT w="12700">
                      <a:solidFill>
                        <a:srgbClr val="0F2856"/>
                      </a:solidFill>
                      <a:prstDash val="solid"/>
                    </a:lnT>
                    <a:lnB w="12700">
                      <a:solidFill>
                        <a:srgbClr val="0F2856"/>
                      </a:solidFill>
                      <a:prstDash val="solid"/>
                    </a:lnB>
                    <a:solidFill>
                      <a:srgbClr val="FFFFFF">
                        <a:alpha val="39999"/>
                      </a:srgbClr>
                    </a:solidFill>
                  </a:tcPr>
                </a:tc>
                <a:tc>
                  <a:txBody>
                    <a:bodyPr/>
                    <a:lstStyle/>
                    <a:p>
                      <a:pPr marL="635" algn="ctr">
                        <a:lnSpc>
                          <a:spcPct val="100000"/>
                        </a:lnSpc>
                        <a:spcBef>
                          <a:spcPts val="1520"/>
                        </a:spcBef>
                      </a:pPr>
                      <a:r>
                        <a:rPr sz="1550" spc="-25" dirty="0">
                          <a:solidFill>
                            <a:schemeClr val="tx1"/>
                          </a:solidFill>
                          <a:latin typeface="Segoe UI Light"/>
                          <a:cs typeface="Segoe UI Light"/>
                        </a:rPr>
                        <a:t>24</a:t>
                      </a:r>
                      <a:endParaRPr sz="1550" dirty="0">
                        <a:solidFill>
                          <a:schemeClr val="tx1"/>
                        </a:solidFill>
                        <a:latin typeface="Segoe UI Light"/>
                        <a:cs typeface="Segoe UI Light"/>
                      </a:endParaRPr>
                    </a:p>
                  </a:txBody>
                  <a:tcPr marL="0" marR="0" marT="193040" marB="0">
                    <a:lnL w="12700" cap="flat" cmpd="sng" algn="ctr">
                      <a:solidFill>
                        <a:srgbClr val="0F2856"/>
                      </a:solidFill>
                      <a:prstDash val="solid"/>
                      <a:round/>
                      <a:headEnd type="none" w="med" len="med"/>
                      <a:tailEnd type="none" w="med" len="med"/>
                    </a:lnL>
                    <a:lnR w="12700">
                      <a:solidFill>
                        <a:srgbClr val="0F2856"/>
                      </a:solidFill>
                      <a:prstDash val="solid"/>
                    </a:lnR>
                    <a:lnT w="12700">
                      <a:solidFill>
                        <a:srgbClr val="0F2856"/>
                      </a:solidFill>
                      <a:prstDash val="solid"/>
                    </a:lnT>
                    <a:lnB w="12700">
                      <a:solidFill>
                        <a:srgbClr val="0F2856"/>
                      </a:solidFill>
                      <a:prstDash val="solid"/>
                    </a:lnB>
                    <a:solidFill>
                      <a:srgbClr val="FFFFFF">
                        <a:alpha val="39999"/>
                      </a:srgbClr>
                    </a:solidFill>
                  </a:tcPr>
                </a:tc>
                <a:tc>
                  <a:txBody>
                    <a:bodyPr/>
                    <a:lstStyle/>
                    <a:p>
                      <a:pPr marL="5715" algn="ctr">
                        <a:lnSpc>
                          <a:spcPct val="100000"/>
                        </a:lnSpc>
                        <a:spcBef>
                          <a:spcPts val="1520"/>
                        </a:spcBef>
                      </a:pPr>
                      <a:r>
                        <a:rPr sz="1550" spc="-25" dirty="0">
                          <a:solidFill>
                            <a:schemeClr val="tx1"/>
                          </a:solidFill>
                          <a:latin typeface="Segoe UI Light"/>
                          <a:cs typeface="Segoe UI Light"/>
                        </a:rPr>
                        <a:t>25</a:t>
                      </a:r>
                      <a:endParaRPr sz="1550" dirty="0">
                        <a:solidFill>
                          <a:schemeClr val="tx1"/>
                        </a:solidFill>
                        <a:latin typeface="Segoe UI Light"/>
                        <a:cs typeface="Segoe UI Light"/>
                      </a:endParaRPr>
                    </a:p>
                  </a:txBody>
                  <a:tcPr marL="0" marR="0" marT="193040" marB="0">
                    <a:lnL w="12700">
                      <a:solidFill>
                        <a:srgbClr val="0F2856"/>
                      </a:solidFill>
                      <a:prstDash val="solid"/>
                    </a:lnL>
                    <a:lnR w="12700">
                      <a:solidFill>
                        <a:srgbClr val="0F2856"/>
                      </a:solidFill>
                      <a:prstDash val="solid"/>
                    </a:lnR>
                    <a:lnT w="12700">
                      <a:solidFill>
                        <a:srgbClr val="0F2856"/>
                      </a:solidFill>
                      <a:prstDash val="solid"/>
                    </a:lnT>
                    <a:lnB w="12700">
                      <a:solidFill>
                        <a:srgbClr val="0F2856"/>
                      </a:solidFill>
                      <a:prstDash val="solid"/>
                    </a:lnB>
                    <a:solidFill>
                      <a:srgbClr val="FFFFFF">
                        <a:alpha val="39999"/>
                      </a:srgbClr>
                    </a:solidFill>
                  </a:tcPr>
                </a:tc>
                <a:extLst>
                  <a:ext uri="{0D108BD9-81ED-4DB2-BD59-A6C34878D82A}">
                    <a16:rowId xmlns:a16="http://schemas.microsoft.com/office/drawing/2014/main" val="10002"/>
                  </a:ext>
                </a:extLst>
              </a:tr>
              <a:tr h="627380">
                <a:tc>
                  <a:txBody>
                    <a:bodyPr/>
                    <a:lstStyle/>
                    <a:p>
                      <a:pPr algn="ctr">
                        <a:lnSpc>
                          <a:spcPct val="100000"/>
                        </a:lnSpc>
                        <a:spcBef>
                          <a:spcPts val="1595"/>
                        </a:spcBef>
                      </a:pPr>
                      <a:r>
                        <a:rPr sz="1550" dirty="0">
                          <a:solidFill>
                            <a:schemeClr val="tx1"/>
                          </a:solidFill>
                          <a:latin typeface="Segoe UI Light"/>
                          <a:cs typeface="Segoe UI Light"/>
                        </a:rPr>
                        <a:t>File</a:t>
                      </a:r>
                      <a:r>
                        <a:rPr sz="1550" spc="80" dirty="0">
                          <a:solidFill>
                            <a:schemeClr val="tx1"/>
                          </a:solidFill>
                          <a:latin typeface="Segoe UI Light"/>
                          <a:cs typeface="Segoe UI Light"/>
                        </a:rPr>
                        <a:t> </a:t>
                      </a:r>
                      <a:r>
                        <a:rPr sz="1550" spc="-10" dirty="0">
                          <a:solidFill>
                            <a:schemeClr val="tx1"/>
                          </a:solidFill>
                          <a:latin typeface="Segoe UI Light"/>
                          <a:cs typeface="Segoe UI Light"/>
                        </a:rPr>
                        <a:t>Format</a:t>
                      </a:r>
                      <a:endParaRPr sz="1550" dirty="0">
                        <a:solidFill>
                          <a:schemeClr val="tx1"/>
                        </a:solidFill>
                        <a:latin typeface="Segoe UI Light"/>
                        <a:cs typeface="Segoe UI Light"/>
                      </a:endParaRPr>
                    </a:p>
                  </a:txBody>
                  <a:tcPr marL="0" marR="0" marT="202565" marB="0">
                    <a:lnL w="12700">
                      <a:solidFill>
                        <a:srgbClr val="0F2856"/>
                      </a:solidFill>
                      <a:prstDash val="solid"/>
                    </a:lnL>
                    <a:lnR w="12700">
                      <a:solidFill>
                        <a:srgbClr val="0F2856"/>
                      </a:solidFill>
                      <a:prstDash val="solid"/>
                    </a:lnR>
                    <a:lnT w="12700">
                      <a:solidFill>
                        <a:srgbClr val="0F2856"/>
                      </a:solidFill>
                      <a:prstDash val="solid"/>
                    </a:lnT>
                    <a:lnB w="12700">
                      <a:solidFill>
                        <a:srgbClr val="0F2856"/>
                      </a:solidFill>
                      <a:prstDash val="solid"/>
                    </a:lnB>
                    <a:solidFill>
                      <a:srgbClr val="FFFFFF">
                        <a:alpha val="30195"/>
                      </a:srgbClr>
                    </a:solidFill>
                  </a:tcPr>
                </a:tc>
                <a:tc>
                  <a:txBody>
                    <a:bodyPr/>
                    <a:lstStyle/>
                    <a:p>
                      <a:pPr algn="ctr">
                        <a:lnSpc>
                          <a:spcPct val="100000"/>
                        </a:lnSpc>
                        <a:spcBef>
                          <a:spcPts val="1595"/>
                        </a:spcBef>
                      </a:pPr>
                      <a:r>
                        <a:rPr sz="1550" spc="-20" dirty="0">
                          <a:solidFill>
                            <a:schemeClr val="tx1"/>
                          </a:solidFill>
                          <a:latin typeface="Segoe UI Light"/>
                          <a:cs typeface="Segoe UI Light"/>
                        </a:rPr>
                        <a:t>.csv</a:t>
                      </a:r>
                      <a:endParaRPr sz="1550">
                        <a:solidFill>
                          <a:schemeClr val="tx1"/>
                        </a:solidFill>
                        <a:latin typeface="Segoe UI Light"/>
                        <a:cs typeface="Segoe UI Light"/>
                      </a:endParaRPr>
                    </a:p>
                  </a:txBody>
                  <a:tcPr marL="0" marR="0" marT="202565" marB="0">
                    <a:lnL w="12700" cap="flat" cmpd="sng" algn="ctr">
                      <a:solidFill>
                        <a:srgbClr val="0F2856"/>
                      </a:solidFill>
                      <a:prstDash val="solid"/>
                      <a:round/>
                      <a:headEnd type="none" w="med" len="med"/>
                      <a:tailEnd type="none" w="med" len="med"/>
                    </a:lnL>
                    <a:lnR w="12700">
                      <a:solidFill>
                        <a:srgbClr val="0F2856"/>
                      </a:solidFill>
                      <a:prstDash val="solid"/>
                    </a:lnR>
                    <a:lnT w="12700">
                      <a:solidFill>
                        <a:srgbClr val="0F2856"/>
                      </a:solidFill>
                      <a:prstDash val="solid"/>
                    </a:lnT>
                    <a:lnB w="12700">
                      <a:solidFill>
                        <a:srgbClr val="0F2856"/>
                      </a:solidFill>
                      <a:prstDash val="solid"/>
                    </a:lnB>
                    <a:solidFill>
                      <a:srgbClr val="FFFFFF">
                        <a:alpha val="30195"/>
                      </a:srgbClr>
                    </a:solidFill>
                  </a:tcPr>
                </a:tc>
                <a:tc>
                  <a:txBody>
                    <a:bodyPr/>
                    <a:lstStyle/>
                    <a:p>
                      <a:pPr marL="16510" algn="ctr">
                        <a:lnSpc>
                          <a:spcPct val="100000"/>
                        </a:lnSpc>
                        <a:spcBef>
                          <a:spcPts val="1595"/>
                        </a:spcBef>
                      </a:pPr>
                      <a:r>
                        <a:rPr sz="1550" spc="-10" dirty="0">
                          <a:solidFill>
                            <a:schemeClr val="tx1"/>
                          </a:solidFill>
                          <a:latin typeface="Segoe UI Light"/>
                          <a:cs typeface="Segoe UI Light"/>
                        </a:rPr>
                        <a:t>.xlsx</a:t>
                      </a:r>
                      <a:endParaRPr sz="1550" dirty="0">
                        <a:solidFill>
                          <a:schemeClr val="tx1"/>
                        </a:solidFill>
                        <a:latin typeface="Segoe UI Light"/>
                        <a:cs typeface="Segoe UI Light"/>
                      </a:endParaRPr>
                    </a:p>
                  </a:txBody>
                  <a:tcPr marL="0" marR="0" marT="202565" marB="0">
                    <a:lnL w="12700">
                      <a:solidFill>
                        <a:srgbClr val="0F2856"/>
                      </a:solidFill>
                      <a:prstDash val="solid"/>
                    </a:lnL>
                    <a:lnR w="12700">
                      <a:solidFill>
                        <a:srgbClr val="0F2856"/>
                      </a:solidFill>
                      <a:prstDash val="solid"/>
                    </a:lnR>
                    <a:lnT w="12700">
                      <a:solidFill>
                        <a:srgbClr val="0F2856"/>
                      </a:solidFill>
                      <a:prstDash val="solid"/>
                    </a:lnT>
                    <a:lnB w="12700">
                      <a:solidFill>
                        <a:srgbClr val="0F2856"/>
                      </a:solidFill>
                      <a:prstDash val="solid"/>
                    </a:lnB>
                    <a:solidFill>
                      <a:srgbClr val="FFFFFF">
                        <a:alpha val="30195"/>
                      </a:srgbClr>
                    </a:solidFill>
                  </a:tcPr>
                </a:tc>
                <a:extLst>
                  <a:ext uri="{0D108BD9-81ED-4DB2-BD59-A6C34878D82A}">
                    <a16:rowId xmlns:a16="http://schemas.microsoft.com/office/drawing/2014/main" val="10003"/>
                  </a:ext>
                </a:extLst>
              </a:tr>
              <a:tr h="659765">
                <a:tc>
                  <a:txBody>
                    <a:bodyPr/>
                    <a:lstStyle/>
                    <a:p>
                      <a:pPr algn="ctr">
                        <a:lnSpc>
                          <a:spcPct val="100000"/>
                        </a:lnSpc>
                        <a:spcBef>
                          <a:spcPts val="1730"/>
                        </a:spcBef>
                      </a:pPr>
                      <a:r>
                        <a:rPr sz="1550" dirty="0">
                          <a:solidFill>
                            <a:schemeClr val="tx1"/>
                          </a:solidFill>
                          <a:latin typeface="Segoe UI Light"/>
                          <a:cs typeface="Segoe UI Light"/>
                        </a:rPr>
                        <a:t>Dataset</a:t>
                      </a:r>
                      <a:r>
                        <a:rPr sz="1550" spc="125" dirty="0">
                          <a:solidFill>
                            <a:schemeClr val="tx1"/>
                          </a:solidFill>
                          <a:latin typeface="Segoe UI Light"/>
                          <a:cs typeface="Segoe UI Light"/>
                        </a:rPr>
                        <a:t> </a:t>
                      </a:r>
                      <a:r>
                        <a:rPr sz="1550" spc="-20" dirty="0">
                          <a:solidFill>
                            <a:schemeClr val="tx1"/>
                          </a:solidFill>
                          <a:latin typeface="Segoe UI Light"/>
                          <a:cs typeface="Segoe UI Light"/>
                        </a:rPr>
                        <a:t>type</a:t>
                      </a:r>
                      <a:endParaRPr sz="1550" dirty="0">
                        <a:solidFill>
                          <a:schemeClr val="tx1"/>
                        </a:solidFill>
                        <a:latin typeface="Segoe UI Light"/>
                        <a:cs typeface="Segoe UI Light"/>
                      </a:endParaRPr>
                    </a:p>
                  </a:txBody>
                  <a:tcPr marL="0" marR="0" marT="219710" marB="0">
                    <a:lnL w="12700">
                      <a:solidFill>
                        <a:srgbClr val="0F2856"/>
                      </a:solidFill>
                      <a:prstDash val="solid"/>
                    </a:lnL>
                    <a:lnR w="12700">
                      <a:solidFill>
                        <a:srgbClr val="0F2856"/>
                      </a:solidFill>
                      <a:prstDash val="solid"/>
                    </a:lnR>
                    <a:lnT w="12700">
                      <a:solidFill>
                        <a:srgbClr val="0F2856"/>
                      </a:solidFill>
                      <a:prstDash val="solid"/>
                    </a:lnT>
                    <a:lnB w="12700">
                      <a:solidFill>
                        <a:srgbClr val="0F2856"/>
                      </a:solidFill>
                      <a:prstDash val="solid"/>
                    </a:lnB>
                    <a:solidFill>
                      <a:srgbClr val="FFFFFF">
                        <a:alpha val="39999"/>
                      </a:srgbClr>
                    </a:solidFill>
                  </a:tcPr>
                </a:tc>
                <a:tc>
                  <a:txBody>
                    <a:bodyPr/>
                    <a:lstStyle/>
                    <a:p>
                      <a:pPr algn="ctr">
                        <a:lnSpc>
                          <a:spcPct val="100000"/>
                        </a:lnSpc>
                        <a:spcBef>
                          <a:spcPts val="1730"/>
                        </a:spcBef>
                      </a:pPr>
                      <a:r>
                        <a:rPr sz="1550" dirty="0">
                          <a:solidFill>
                            <a:schemeClr val="tx1"/>
                          </a:solidFill>
                          <a:latin typeface="Segoe UI Light"/>
                          <a:cs typeface="Segoe UI Light"/>
                        </a:rPr>
                        <a:t>Excel</a:t>
                      </a:r>
                      <a:r>
                        <a:rPr sz="1550" spc="75" dirty="0">
                          <a:solidFill>
                            <a:schemeClr val="tx1"/>
                          </a:solidFill>
                          <a:latin typeface="Segoe UI Light"/>
                          <a:cs typeface="Segoe UI Light"/>
                        </a:rPr>
                        <a:t> </a:t>
                      </a:r>
                      <a:r>
                        <a:rPr sz="1550" spc="-20" dirty="0">
                          <a:solidFill>
                            <a:schemeClr val="tx1"/>
                          </a:solidFill>
                          <a:latin typeface="Segoe UI Light"/>
                          <a:cs typeface="Segoe UI Light"/>
                        </a:rPr>
                        <a:t>Data</a:t>
                      </a:r>
                      <a:endParaRPr sz="1550">
                        <a:solidFill>
                          <a:schemeClr val="tx1"/>
                        </a:solidFill>
                        <a:latin typeface="Segoe UI Light"/>
                        <a:cs typeface="Segoe UI Light"/>
                      </a:endParaRPr>
                    </a:p>
                  </a:txBody>
                  <a:tcPr marL="0" marR="0" marT="219710" marB="0">
                    <a:lnL w="12700" cap="flat" cmpd="sng" algn="ctr">
                      <a:solidFill>
                        <a:srgbClr val="0F2856"/>
                      </a:solidFill>
                      <a:prstDash val="solid"/>
                      <a:round/>
                      <a:headEnd type="none" w="med" len="med"/>
                      <a:tailEnd type="none" w="med" len="med"/>
                    </a:lnL>
                    <a:lnR w="12700">
                      <a:solidFill>
                        <a:srgbClr val="0F2856"/>
                      </a:solidFill>
                      <a:prstDash val="solid"/>
                    </a:lnR>
                    <a:lnT w="12700">
                      <a:solidFill>
                        <a:srgbClr val="0F2856"/>
                      </a:solidFill>
                      <a:prstDash val="solid"/>
                    </a:lnT>
                    <a:lnB w="12700">
                      <a:solidFill>
                        <a:srgbClr val="0F2856"/>
                      </a:solidFill>
                      <a:prstDash val="solid"/>
                    </a:lnB>
                    <a:solidFill>
                      <a:srgbClr val="FFFFFF">
                        <a:alpha val="39999"/>
                      </a:srgbClr>
                    </a:solidFill>
                  </a:tcPr>
                </a:tc>
                <a:tc>
                  <a:txBody>
                    <a:bodyPr/>
                    <a:lstStyle/>
                    <a:p>
                      <a:pPr marL="2540" algn="ctr">
                        <a:lnSpc>
                          <a:spcPct val="100000"/>
                        </a:lnSpc>
                        <a:spcBef>
                          <a:spcPts val="1730"/>
                        </a:spcBef>
                      </a:pPr>
                      <a:r>
                        <a:rPr sz="1550" dirty="0">
                          <a:solidFill>
                            <a:schemeClr val="tx1"/>
                          </a:solidFill>
                          <a:latin typeface="Segoe UI Light"/>
                          <a:cs typeface="Segoe UI Light"/>
                        </a:rPr>
                        <a:t>Excel</a:t>
                      </a:r>
                      <a:r>
                        <a:rPr sz="1550" spc="75" dirty="0">
                          <a:solidFill>
                            <a:schemeClr val="tx1"/>
                          </a:solidFill>
                          <a:latin typeface="Segoe UI Light"/>
                          <a:cs typeface="Segoe UI Light"/>
                        </a:rPr>
                        <a:t> </a:t>
                      </a:r>
                      <a:r>
                        <a:rPr sz="1550" spc="-20" dirty="0">
                          <a:solidFill>
                            <a:schemeClr val="tx1"/>
                          </a:solidFill>
                          <a:latin typeface="Segoe UI Light"/>
                          <a:cs typeface="Segoe UI Light"/>
                        </a:rPr>
                        <a:t>Data</a:t>
                      </a:r>
                      <a:endParaRPr sz="1550" dirty="0">
                        <a:solidFill>
                          <a:schemeClr val="tx1"/>
                        </a:solidFill>
                        <a:latin typeface="Segoe UI Light"/>
                        <a:cs typeface="Segoe UI Light"/>
                      </a:endParaRPr>
                    </a:p>
                  </a:txBody>
                  <a:tcPr marL="0" marR="0" marT="219710" marB="0">
                    <a:lnL w="12700">
                      <a:solidFill>
                        <a:srgbClr val="0F2856"/>
                      </a:solidFill>
                      <a:prstDash val="solid"/>
                    </a:lnL>
                    <a:lnR w="12700">
                      <a:solidFill>
                        <a:srgbClr val="0F2856"/>
                      </a:solidFill>
                      <a:prstDash val="solid"/>
                    </a:lnR>
                    <a:lnT w="12700">
                      <a:solidFill>
                        <a:srgbClr val="0F2856"/>
                      </a:solidFill>
                      <a:prstDash val="solid"/>
                    </a:lnT>
                    <a:lnB w="12700">
                      <a:solidFill>
                        <a:srgbClr val="0F2856"/>
                      </a:solidFill>
                      <a:prstDash val="solid"/>
                    </a:lnB>
                    <a:solidFill>
                      <a:srgbClr val="FFFFFF">
                        <a:alpha val="39999"/>
                      </a:srgb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70639008"/>
      </p:ext>
    </p:extLst>
  </p:cSld>
  <p:clrMapOvr>
    <a:masterClrMapping/>
  </p:clrMapOvr>
  <mc:AlternateContent xmlns:mc="http://schemas.openxmlformats.org/markup-compatibility/2006" xmlns:p14="http://schemas.microsoft.com/office/powerpoint/2010/main">
    <mc:Choice Requires="p14">
      <p:transition spd="slow" p14:dur="2000" advTm="3178"/>
    </mc:Choice>
    <mc:Fallback xmlns="">
      <p:transition spd="slow" advTm="317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9D70A-9884-5101-1655-294359A2428E}"/>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E77292D4-E096-1D0B-5519-F330CC62A03D}"/>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EAAB7A8D-6981-9C71-67FE-5DEB1E36EAA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EE661B1B-2F4A-46C6-06F7-AD25A84F5867}"/>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9121322E-ABD1-967C-DBAD-0136287277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44BFCC6A-4129-DA48-76A2-C5111B84386F}"/>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solidFill>
                    <a:schemeClr val="accent1">
                      <a:lumMod val="75000"/>
                    </a:schemeClr>
                  </a:solidFill>
                  <a:latin typeface="Arial" panose="020B0604020202020204" pitchFamily="34" charset="0"/>
                  <a:cs typeface="Arial" panose="020B0604020202020204" pitchFamily="34" charset="0"/>
                </a:rPr>
                <a:t>Central Bank of India</a:t>
              </a:r>
            </a:p>
          </p:txBody>
        </p:sp>
      </p:grpSp>
      <p:sp>
        <p:nvSpPr>
          <p:cNvPr id="2" name="Subtitle 2">
            <a:extLst>
              <a:ext uri="{FF2B5EF4-FFF2-40B4-BE49-F238E27FC236}">
                <a16:creationId xmlns:a16="http://schemas.microsoft.com/office/drawing/2014/main" id="{50F3956F-1384-C175-9BE7-CF1443561E86}"/>
              </a:ext>
            </a:extLst>
          </p:cNvPr>
          <p:cNvSpPr txBox="1">
            <a:spLocks/>
          </p:cNvSpPr>
          <p:nvPr/>
        </p:nvSpPr>
        <p:spPr>
          <a:xfrm>
            <a:off x="3990265" y="2447631"/>
            <a:ext cx="3906663"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IN" sz="2000" dirty="0">
              <a:solidFill>
                <a:schemeClr val="accent1">
                  <a:lumMod val="75000"/>
                </a:schemeClr>
              </a:solidFill>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93C65FDB-7059-00F3-26E5-EFF308E61168}"/>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2">
            <a:extLst>
              <a:ext uri="{FF2B5EF4-FFF2-40B4-BE49-F238E27FC236}">
                <a16:creationId xmlns:a16="http://schemas.microsoft.com/office/drawing/2014/main" id="{DBECE3BD-915A-A8B1-1C42-361F2653633E}"/>
              </a:ext>
            </a:extLst>
          </p:cNvPr>
          <p:cNvSpPr>
            <a:spLocks noChangeArrowheads="1"/>
          </p:cNvSpPr>
          <p:nvPr/>
        </p:nvSpPr>
        <p:spPr bwMode="auto">
          <a:xfrm>
            <a:off x="344130" y="341122"/>
            <a:ext cx="426085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object 18">
            <a:extLst>
              <a:ext uri="{FF2B5EF4-FFF2-40B4-BE49-F238E27FC236}">
                <a16:creationId xmlns:a16="http://schemas.microsoft.com/office/drawing/2014/main" id="{CEBF56AC-269F-7935-0346-EF087E3E2DA1}"/>
              </a:ext>
            </a:extLst>
          </p:cNvPr>
          <p:cNvSpPr txBox="1">
            <a:spLocks/>
          </p:cNvSpPr>
          <p:nvPr/>
        </p:nvSpPr>
        <p:spPr>
          <a:xfrm>
            <a:off x="1961353" y="1173462"/>
            <a:ext cx="7086600" cy="640715"/>
          </a:xfrm>
          <a:prstGeom prst="rect">
            <a:avLst/>
          </a:prstGeom>
        </p:spPr>
        <p:txBody>
          <a:bodyPr vert="horz" wrap="square" lIns="0" tIns="17145"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35"/>
              </a:spcBef>
              <a:tabLst>
                <a:tab pos="1693545" algn="l"/>
                <a:tab pos="4662805" algn="l"/>
              </a:tabLst>
            </a:pPr>
            <a:r>
              <a:rPr lang="pt-BR" sz="4000" spc="-20" dirty="0">
                <a:latin typeface="Aptos" panose="020B0004020202020204" pitchFamily="34" charset="0"/>
              </a:rPr>
              <a:t>DATA  </a:t>
            </a:r>
            <a:r>
              <a:rPr lang="pt-BR" sz="4000" spc="-125" dirty="0">
                <a:latin typeface="Aptos" panose="020B0004020202020204" pitchFamily="34" charset="0"/>
              </a:rPr>
              <a:t>A</a:t>
            </a:r>
            <a:r>
              <a:rPr lang="pt-BR" sz="4000" spc="-505" dirty="0">
                <a:latin typeface="Aptos" panose="020B0004020202020204" pitchFamily="34" charset="0"/>
              </a:rPr>
              <a:t> </a:t>
            </a:r>
            <a:r>
              <a:rPr lang="pt-BR" sz="4000" spc="-125" dirty="0">
                <a:latin typeface="Aptos" panose="020B0004020202020204" pitchFamily="34" charset="0"/>
              </a:rPr>
              <a:t>N</a:t>
            </a:r>
            <a:r>
              <a:rPr lang="pt-BR" sz="4000" spc="-500" dirty="0">
                <a:latin typeface="Aptos" panose="020B0004020202020204" pitchFamily="34" charset="0"/>
              </a:rPr>
              <a:t> </a:t>
            </a:r>
            <a:r>
              <a:rPr lang="pt-BR" sz="4000" spc="-125" dirty="0">
                <a:latin typeface="Aptos" panose="020B0004020202020204" pitchFamily="34" charset="0"/>
              </a:rPr>
              <a:t>A</a:t>
            </a:r>
            <a:r>
              <a:rPr lang="pt-BR" sz="4000" spc="-505" dirty="0">
                <a:latin typeface="Aptos" panose="020B0004020202020204" pitchFamily="34" charset="0"/>
              </a:rPr>
              <a:t> </a:t>
            </a:r>
            <a:r>
              <a:rPr lang="pt-BR" sz="4000" spc="-350" dirty="0">
                <a:latin typeface="Aptos" panose="020B0004020202020204" pitchFamily="34" charset="0"/>
              </a:rPr>
              <a:t>LY</a:t>
            </a:r>
            <a:r>
              <a:rPr lang="pt-BR" sz="4000" spc="-505" dirty="0">
                <a:latin typeface="Aptos" panose="020B0004020202020204" pitchFamily="34" charset="0"/>
              </a:rPr>
              <a:t> </a:t>
            </a:r>
            <a:r>
              <a:rPr lang="pt-BR" sz="4000" spc="-750" dirty="0">
                <a:latin typeface="Aptos" panose="020B0004020202020204" pitchFamily="34" charset="0"/>
              </a:rPr>
              <a:t>S</a:t>
            </a:r>
            <a:r>
              <a:rPr lang="pt-BR" sz="4000" spc="-509" dirty="0">
                <a:latin typeface="Aptos" panose="020B0004020202020204" pitchFamily="34" charset="0"/>
              </a:rPr>
              <a:t>  </a:t>
            </a:r>
            <a:r>
              <a:rPr lang="pt-BR" sz="4000" spc="-75" dirty="0">
                <a:latin typeface="Aptos" panose="020B0004020202020204" pitchFamily="34" charset="0"/>
              </a:rPr>
              <a:t>I</a:t>
            </a:r>
            <a:r>
              <a:rPr lang="pt-BR" sz="4000" spc="-800" dirty="0">
                <a:latin typeface="Aptos" panose="020B0004020202020204" pitchFamily="34" charset="0"/>
              </a:rPr>
              <a:t>S                                                                                                                    </a:t>
            </a:r>
            <a:r>
              <a:rPr lang="pt-BR" sz="4000" spc="-535" dirty="0">
                <a:latin typeface="Aptos" panose="020B0004020202020204" pitchFamily="34" charset="0"/>
              </a:rPr>
              <a:t>P</a:t>
            </a:r>
            <a:r>
              <a:rPr lang="pt-BR" sz="4000" spc="-520" dirty="0">
                <a:latin typeface="Aptos" panose="020B0004020202020204" pitchFamily="34" charset="0"/>
              </a:rPr>
              <a:t> </a:t>
            </a:r>
            <a:r>
              <a:rPr lang="pt-BR" sz="4000" spc="-120" dirty="0">
                <a:latin typeface="Aptos" panose="020B0004020202020204" pitchFamily="34" charset="0"/>
              </a:rPr>
              <a:t>RO</a:t>
            </a:r>
            <a:r>
              <a:rPr lang="pt-BR" sz="4000" spc="-575" dirty="0">
                <a:latin typeface="Aptos" panose="020B0004020202020204" pitchFamily="34" charset="0"/>
              </a:rPr>
              <a:t> </a:t>
            </a:r>
            <a:r>
              <a:rPr lang="pt-BR" sz="4000" spc="-550" dirty="0">
                <a:latin typeface="Aptos" panose="020B0004020202020204" pitchFamily="34" charset="0"/>
              </a:rPr>
              <a:t>C</a:t>
            </a:r>
            <a:r>
              <a:rPr lang="pt-BR" sz="4000" spc="-505" dirty="0">
                <a:latin typeface="Aptos" panose="020B0004020202020204" pitchFamily="34" charset="0"/>
              </a:rPr>
              <a:t>  </a:t>
            </a:r>
            <a:r>
              <a:rPr lang="pt-BR" sz="4000" spc="-750" dirty="0">
                <a:latin typeface="Aptos" panose="020B0004020202020204" pitchFamily="34" charset="0"/>
              </a:rPr>
              <a:t>E</a:t>
            </a:r>
            <a:r>
              <a:rPr lang="pt-BR" sz="4000" spc="-525" dirty="0">
                <a:latin typeface="Aptos" panose="020B0004020202020204" pitchFamily="34" charset="0"/>
              </a:rPr>
              <a:t>  </a:t>
            </a:r>
            <a:r>
              <a:rPr lang="pt-BR" sz="4000" spc="-750" dirty="0">
                <a:latin typeface="Aptos" panose="020B0004020202020204" pitchFamily="34" charset="0"/>
              </a:rPr>
              <a:t>S</a:t>
            </a:r>
            <a:r>
              <a:rPr lang="pt-BR" sz="4000" spc="-509" dirty="0">
                <a:latin typeface="Aptos" panose="020B0004020202020204" pitchFamily="34" charset="0"/>
              </a:rPr>
              <a:t>  </a:t>
            </a:r>
            <a:r>
              <a:rPr lang="pt-BR" sz="4000" spc="-800" dirty="0">
                <a:latin typeface="Aptos" panose="020B0004020202020204" pitchFamily="34" charset="0"/>
              </a:rPr>
              <a:t>S</a:t>
            </a:r>
            <a:endParaRPr lang="pt-BR" sz="4000" dirty="0">
              <a:latin typeface="Aptos" panose="020B0004020202020204" pitchFamily="34" charset="0"/>
            </a:endParaRPr>
          </a:p>
        </p:txBody>
      </p:sp>
      <p:grpSp>
        <p:nvGrpSpPr>
          <p:cNvPr id="22" name="object 3">
            <a:extLst>
              <a:ext uri="{FF2B5EF4-FFF2-40B4-BE49-F238E27FC236}">
                <a16:creationId xmlns:a16="http://schemas.microsoft.com/office/drawing/2014/main" id="{9480296E-954E-A32C-686A-568BEE103A91}"/>
              </a:ext>
            </a:extLst>
          </p:cNvPr>
          <p:cNvGrpSpPr/>
          <p:nvPr/>
        </p:nvGrpSpPr>
        <p:grpSpPr>
          <a:xfrm>
            <a:off x="548605" y="2718337"/>
            <a:ext cx="9912350" cy="1226185"/>
            <a:chOff x="1353311" y="2716402"/>
            <a:chExt cx="9912350" cy="1226185"/>
          </a:xfrm>
        </p:grpSpPr>
        <p:sp>
          <p:nvSpPr>
            <p:cNvPr id="23" name="object 4">
              <a:extLst>
                <a:ext uri="{FF2B5EF4-FFF2-40B4-BE49-F238E27FC236}">
                  <a16:creationId xmlns:a16="http://schemas.microsoft.com/office/drawing/2014/main" id="{52B5A742-E5A1-BA4B-C559-6C8B37D2DB11}"/>
                </a:ext>
              </a:extLst>
            </p:cNvPr>
            <p:cNvSpPr/>
            <p:nvPr/>
          </p:nvSpPr>
          <p:spPr>
            <a:xfrm>
              <a:off x="1952243" y="3324733"/>
              <a:ext cx="2170430" cy="0"/>
            </a:xfrm>
            <a:custGeom>
              <a:avLst/>
              <a:gdLst/>
              <a:ahLst/>
              <a:cxnLst/>
              <a:rect l="l" t="t" r="r" b="b"/>
              <a:pathLst>
                <a:path w="2170429">
                  <a:moveTo>
                    <a:pt x="0" y="0"/>
                  </a:moveTo>
                  <a:lnTo>
                    <a:pt x="2169922" y="0"/>
                  </a:lnTo>
                </a:path>
              </a:pathLst>
            </a:custGeom>
            <a:ln w="12700">
              <a:solidFill>
                <a:srgbClr val="F6A6F4"/>
              </a:solidFill>
            </a:ln>
          </p:spPr>
          <p:txBody>
            <a:bodyPr wrap="square" lIns="0" tIns="0" rIns="0" bIns="0" rtlCol="0"/>
            <a:lstStyle/>
            <a:p>
              <a:endParaRPr/>
            </a:p>
          </p:txBody>
        </p:sp>
        <p:sp>
          <p:nvSpPr>
            <p:cNvPr id="24" name="object 5">
              <a:extLst>
                <a:ext uri="{FF2B5EF4-FFF2-40B4-BE49-F238E27FC236}">
                  <a16:creationId xmlns:a16="http://schemas.microsoft.com/office/drawing/2014/main" id="{05E9C66B-28C0-2401-9EB0-54C310BC0323}"/>
                </a:ext>
              </a:extLst>
            </p:cNvPr>
            <p:cNvSpPr/>
            <p:nvPr/>
          </p:nvSpPr>
          <p:spPr>
            <a:xfrm>
              <a:off x="4119372" y="3324733"/>
              <a:ext cx="2171700" cy="0"/>
            </a:xfrm>
            <a:custGeom>
              <a:avLst/>
              <a:gdLst/>
              <a:ahLst/>
              <a:cxnLst/>
              <a:rect l="l" t="t" r="r" b="b"/>
              <a:pathLst>
                <a:path w="2171700">
                  <a:moveTo>
                    <a:pt x="0" y="0"/>
                  </a:moveTo>
                  <a:lnTo>
                    <a:pt x="2171191" y="0"/>
                  </a:lnTo>
                </a:path>
              </a:pathLst>
            </a:custGeom>
            <a:ln w="12700">
              <a:solidFill>
                <a:srgbClr val="AAA4F8"/>
              </a:solidFill>
            </a:ln>
          </p:spPr>
          <p:txBody>
            <a:bodyPr wrap="square" lIns="0" tIns="0" rIns="0" bIns="0" rtlCol="0"/>
            <a:lstStyle/>
            <a:p>
              <a:endParaRPr/>
            </a:p>
          </p:txBody>
        </p:sp>
        <p:sp>
          <p:nvSpPr>
            <p:cNvPr id="25" name="object 6">
              <a:extLst>
                <a:ext uri="{FF2B5EF4-FFF2-40B4-BE49-F238E27FC236}">
                  <a16:creationId xmlns:a16="http://schemas.microsoft.com/office/drawing/2014/main" id="{F93D67A2-5F34-B01F-C4F4-C7BE0EDC2372}"/>
                </a:ext>
              </a:extLst>
            </p:cNvPr>
            <p:cNvSpPr/>
            <p:nvPr/>
          </p:nvSpPr>
          <p:spPr>
            <a:xfrm>
              <a:off x="6286500" y="3324733"/>
              <a:ext cx="2161540" cy="14604"/>
            </a:xfrm>
            <a:custGeom>
              <a:avLst/>
              <a:gdLst/>
              <a:ahLst/>
              <a:cxnLst/>
              <a:rect l="l" t="t" r="r" b="b"/>
              <a:pathLst>
                <a:path w="2161540" h="14604">
                  <a:moveTo>
                    <a:pt x="0" y="0"/>
                  </a:moveTo>
                  <a:lnTo>
                    <a:pt x="2161031" y="14350"/>
                  </a:lnTo>
                </a:path>
              </a:pathLst>
            </a:custGeom>
            <a:ln w="12700">
              <a:solidFill>
                <a:srgbClr val="C3B8F1"/>
              </a:solidFill>
            </a:ln>
          </p:spPr>
          <p:txBody>
            <a:bodyPr wrap="square" lIns="0" tIns="0" rIns="0" bIns="0" rtlCol="0"/>
            <a:lstStyle/>
            <a:p>
              <a:endParaRPr/>
            </a:p>
          </p:txBody>
        </p:sp>
        <p:sp>
          <p:nvSpPr>
            <p:cNvPr id="26" name="object 7">
              <a:extLst>
                <a:ext uri="{FF2B5EF4-FFF2-40B4-BE49-F238E27FC236}">
                  <a16:creationId xmlns:a16="http://schemas.microsoft.com/office/drawing/2014/main" id="{6BFFBADF-0E9D-A0DB-D448-E451BEA2DAF7}"/>
                </a:ext>
              </a:extLst>
            </p:cNvPr>
            <p:cNvSpPr/>
            <p:nvPr/>
          </p:nvSpPr>
          <p:spPr>
            <a:xfrm>
              <a:off x="8453628" y="3333876"/>
              <a:ext cx="2188845" cy="0"/>
            </a:xfrm>
            <a:custGeom>
              <a:avLst/>
              <a:gdLst/>
              <a:ahLst/>
              <a:cxnLst/>
              <a:rect l="l" t="t" r="r" b="b"/>
              <a:pathLst>
                <a:path w="2188845">
                  <a:moveTo>
                    <a:pt x="0" y="0"/>
                  </a:moveTo>
                  <a:lnTo>
                    <a:pt x="2188591" y="0"/>
                  </a:lnTo>
                </a:path>
              </a:pathLst>
            </a:custGeom>
            <a:ln w="12700">
              <a:solidFill>
                <a:srgbClr val="92CDEF"/>
              </a:solidFill>
            </a:ln>
          </p:spPr>
          <p:txBody>
            <a:bodyPr wrap="square" lIns="0" tIns="0" rIns="0" bIns="0" rtlCol="0"/>
            <a:lstStyle/>
            <a:p>
              <a:endParaRPr/>
            </a:p>
          </p:txBody>
        </p:sp>
        <p:sp>
          <p:nvSpPr>
            <p:cNvPr id="27" name="object 8">
              <a:extLst>
                <a:ext uri="{FF2B5EF4-FFF2-40B4-BE49-F238E27FC236}">
                  <a16:creationId xmlns:a16="http://schemas.microsoft.com/office/drawing/2014/main" id="{C005647E-AA72-0F48-28A0-D8AB380A1347}"/>
                </a:ext>
              </a:extLst>
            </p:cNvPr>
            <p:cNvSpPr/>
            <p:nvPr/>
          </p:nvSpPr>
          <p:spPr>
            <a:xfrm>
              <a:off x="1353311" y="2716402"/>
              <a:ext cx="1216660" cy="1216660"/>
            </a:xfrm>
            <a:custGeom>
              <a:avLst/>
              <a:gdLst/>
              <a:ahLst/>
              <a:cxnLst/>
              <a:rect l="l" t="t" r="r" b="b"/>
              <a:pathLst>
                <a:path w="1216660" h="1216660">
                  <a:moveTo>
                    <a:pt x="608076" y="0"/>
                  </a:moveTo>
                  <a:lnTo>
                    <a:pt x="560560" y="1830"/>
                  </a:lnTo>
                  <a:lnTo>
                    <a:pt x="514044" y="7232"/>
                  </a:lnTo>
                  <a:lnTo>
                    <a:pt x="468663" y="16069"/>
                  </a:lnTo>
                  <a:lnTo>
                    <a:pt x="424551" y="28206"/>
                  </a:lnTo>
                  <a:lnTo>
                    <a:pt x="381844" y="43509"/>
                  </a:lnTo>
                  <a:lnTo>
                    <a:pt x="340678" y="61841"/>
                  </a:lnTo>
                  <a:lnTo>
                    <a:pt x="301187" y="83067"/>
                  </a:lnTo>
                  <a:lnTo>
                    <a:pt x="263507" y="107052"/>
                  </a:lnTo>
                  <a:lnTo>
                    <a:pt x="227773" y="133661"/>
                  </a:lnTo>
                  <a:lnTo>
                    <a:pt x="194121" y="162757"/>
                  </a:lnTo>
                  <a:lnTo>
                    <a:pt x="162685" y="194207"/>
                  </a:lnTo>
                  <a:lnTo>
                    <a:pt x="133601" y="227874"/>
                  </a:lnTo>
                  <a:lnTo>
                    <a:pt x="107004" y="263623"/>
                  </a:lnTo>
                  <a:lnTo>
                    <a:pt x="83029" y="301319"/>
                  </a:lnTo>
                  <a:lnTo>
                    <a:pt x="61813" y="340826"/>
                  </a:lnTo>
                  <a:lnTo>
                    <a:pt x="43489" y="382009"/>
                  </a:lnTo>
                  <a:lnTo>
                    <a:pt x="28193" y="424733"/>
                  </a:lnTo>
                  <a:lnTo>
                    <a:pt x="16061" y="468863"/>
                  </a:lnTo>
                  <a:lnTo>
                    <a:pt x="7228" y="514262"/>
                  </a:lnTo>
                  <a:lnTo>
                    <a:pt x="1829" y="560796"/>
                  </a:lnTo>
                  <a:lnTo>
                    <a:pt x="0" y="608330"/>
                  </a:lnTo>
                  <a:lnTo>
                    <a:pt x="1829" y="655862"/>
                  </a:lnTo>
                  <a:lnTo>
                    <a:pt x="7228" y="702394"/>
                  </a:lnTo>
                  <a:lnTo>
                    <a:pt x="16061" y="747789"/>
                  </a:lnTo>
                  <a:lnTo>
                    <a:pt x="28193" y="791914"/>
                  </a:lnTo>
                  <a:lnTo>
                    <a:pt x="43489" y="834631"/>
                  </a:lnTo>
                  <a:lnTo>
                    <a:pt x="61813" y="875808"/>
                  </a:lnTo>
                  <a:lnTo>
                    <a:pt x="83029" y="915307"/>
                  </a:lnTo>
                  <a:lnTo>
                    <a:pt x="107004" y="952995"/>
                  </a:lnTo>
                  <a:lnTo>
                    <a:pt x="133601" y="988735"/>
                  </a:lnTo>
                  <a:lnTo>
                    <a:pt x="162685" y="1022393"/>
                  </a:lnTo>
                  <a:lnTo>
                    <a:pt x="194121" y="1053834"/>
                  </a:lnTo>
                  <a:lnTo>
                    <a:pt x="227773" y="1082921"/>
                  </a:lnTo>
                  <a:lnTo>
                    <a:pt x="263507" y="1109521"/>
                  </a:lnTo>
                  <a:lnTo>
                    <a:pt x="301187" y="1133498"/>
                  </a:lnTo>
                  <a:lnTo>
                    <a:pt x="340678" y="1154716"/>
                  </a:lnTo>
                  <a:lnTo>
                    <a:pt x="381844" y="1173041"/>
                  </a:lnTo>
                  <a:lnTo>
                    <a:pt x="424551" y="1188338"/>
                  </a:lnTo>
                  <a:lnTo>
                    <a:pt x="468663" y="1200470"/>
                  </a:lnTo>
                  <a:lnTo>
                    <a:pt x="514044" y="1209304"/>
                  </a:lnTo>
                  <a:lnTo>
                    <a:pt x="560560" y="1214703"/>
                  </a:lnTo>
                  <a:lnTo>
                    <a:pt x="608076" y="1216533"/>
                  </a:lnTo>
                  <a:lnTo>
                    <a:pt x="655591" y="1214703"/>
                  </a:lnTo>
                  <a:lnTo>
                    <a:pt x="702107" y="1209304"/>
                  </a:lnTo>
                  <a:lnTo>
                    <a:pt x="747488" y="1200470"/>
                  </a:lnTo>
                  <a:lnTo>
                    <a:pt x="791600" y="1188338"/>
                  </a:lnTo>
                  <a:lnTo>
                    <a:pt x="834307" y="1173041"/>
                  </a:lnTo>
                  <a:lnTo>
                    <a:pt x="875473" y="1154716"/>
                  </a:lnTo>
                  <a:lnTo>
                    <a:pt x="914964" y="1133498"/>
                  </a:lnTo>
                  <a:lnTo>
                    <a:pt x="952644" y="1109521"/>
                  </a:lnTo>
                  <a:lnTo>
                    <a:pt x="988378" y="1082921"/>
                  </a:lnTo>
                  <a:lnTo>
                    <a:pt x="1022030" y="1053834"/>
                  </a:lnTo>
                  <a:lnTo>
                    <a:pt x="1053466" y="1022393"/>
                  </a:lnTo>
                  <a:lnTo>
                    <a:pt x="1082550" y="988735"/>
                  </a:lnTo>
                  <a:lnTo>
                    <a:pt x="1109147" y="952995"/>
                  </a:lnTo>
                  <a:lnTo>
                    <a:pt x="1133122" y="915307"/>
                  </a:lnTo>
                  <a:lnTo>
                    <a:pt x="1154338" y="875808"/>
                  </a:lnTo>
                  <a:lnTo>
                    <a:pt x="1172662" y="834631"/>
                  </a:lnTo>
                  <a:lnTo>
                    <a:pt x="1187958" y="791914"/>
                  </a:lnTo>
                  <a:lnTo>
                    <a:pt x="1200090" y="747789"/>
                  </a:lnTo>
                  <a:lnTo>
                    <a:pt x="1208923" y="702394"/>
                  </a:lnTo>
                  <a:lnTo>
                    <a:pt x="1214322" y="655862"/>
                  </a:lnTo>
                  <a:lnTo>
                    <a:pt x="1216152" y="608330"/>
                  </a:lnTo>
                  <a:lnTo>
                    <a:pt x="1214322" y="560796"/>
                  </a:lnTo>
                  <a:lnTo>
                    <a:pt x="1208923" y="514262"/>
                  </a:lnTo>
                  <a:lnTo>
                    <a:pt x="1200090" y="468863"/>
                  </a:lnTo>
                  <a:lnTo>
                    <a:pt x="1187958" y="424733"/>
                  </a:lnTo>
                  <a:lnTo>
                    <a:pt x="1172662" y="382009"/>
                  </a:lnTo>
                  <a:lnTo>
                    <a:pt x="1154338" y="340826"/>
                  </a:lnTo>
                  <a:lnTo>
                    <a:pt x="1133122" y="301319"/>
                  </a:lnTo>
                  <a:lnTo>
                    <a:pt x="1109147" y="263623"/>
                  </a:lnTo>
                  <a:lnTo>
                    <a:pt x="1082550" y="227874"/>
                  </a:lnTo>
                  <a:lnTo>
                    <a:pt x="1053466" y="194207"/>
                  </a:lnTo>
                  <a:lnTo>
                    <a:pt x="1022030" y="162757"/>
                  </a:lnTo>
                  <a:lnTo>
                    <a:pt x="988378" y="133661"/>
                  </a:lnTo>
                  <a:lnTo>
                    <a:pt x="952644" y="107052"/>
                  </a:lnTo>
                  <a:lnTo>
                    <a:pt x="914964" y="83067"/>
                  </a:lnTo>
                  <a:lnTo>
                    <a:pt x="875473" y="61841"/>
                  </a:lnTo>
                  <a:lnTo>
                    <a:pt x="834307" y="43509"/>
                  </a:lnTo>
                  <a:lnTo>
                    <a:pt x="791600" y="28206"/>
                  </a:lnTo>
                  <a:lnTo>
                    <a:pt x="747488" y="16069"/>
                  </a:lnTo>
                  <a:lnTo>
                    <a:pt x="702107" y="7232"/>
                  </a:lnTo>
                  <a:lnTo>
                    <a:pt x="655591" y="1830"/>
                  </a:lnTo>
                  <a:lnTo>
                    <a:pt x="608076" y="0"/>
                  </a:lnTo>
                  <a:close/>
                </a:path>
              </a:pathLst>
            </a:custGeom>
            <a:solidFill>
              <a:srgbClr val="F6A6F4"/>
            </a:solidFill>
          </p:spPr>
          <p:txBody>
            <a:bodyPr wrap="square" lIns="0" tIns="0" rIns="0" bIns="0" rtlCol="0"/>
            <a:lstStyle/>
            <a:p>
              <a:endParaRPr/>
            </a:p>
          </p:txBody>
        </p:sp>
        <p:sp>
          <p:nvSpPr>
            <p:cNvPr id="28" name="object 9">
              <a:extLst>
                <a:ext uri="{FF2B5EF4-FFF2-40B4-BE49-F238E27FC236}">
                  <a16:creationId xmlns:a16="http://schemas.microsoft.com/office/drawing/2014/main" id="{AE6830AA-8334-11E2-E9FC-E3D630566A59}"/>
                </a:ext>
              </a:extLst>
            </p:cNvPr>
            <p:cNvSpPr/>
            <p:nvPr/>
          </p:nvSpPr>
          <p:spPr>
            <a:xfrm>
              <a:off x="3520439" y="2716402"/>
              <a:ext cx="1225550" cy="1226185"/>
            </a:xfrm>
            <a:custGeom>
              <a:avLst/>
              <a:gdLst/>
              <a:ahLst/>
              <a:cxnLst/>
              <a:rect l="l" t="t" r="r" b="b"/>
              <a:pathLst>
                <a:path w="1225550" h="1226185">
                  <a:moveTo>
                    <a:pt x="612648" y="0"/>
                  </a:moveTo>
                  <a:lnTo>
                    <a:pt x="564773" y="1844"/>
                  </a:lnTo>
                  <a:lnTo>
                    <a:pt x="517906" y="7286"/>
                  </a:lnTo>
                  <a:lnTo>
                    <a:pt x="472182" y="16189"/>
                  </a:lnTo>
                  <a:lnTo>
                    <a:pt x="427737" y="28417"/>
                  </a:lnTo>
                  <a:lnTo>
                    <a:pt x="384709" y="43834"/>
                  </a:lnTo>
                  <a:lnTo>
                    <a:pt x="343233" y="62303"/>
                  </a:lnTo>
                  <a:lnTo>
                    <a:pt x="303445" y="83688"/>
                  </a:lnTo>
                  <a:lnTo>
                    <a:pt x="265482" y="107852"/>
                  </a:lnTo>
                  <a:lnTo>
                    <a:pt x="229479" y="134660"/>
                  </a:lnTo>
                  <a:lnTo>
                    <a:pt x="195574" y="163975"/>
                  </a:lnTo>
                  <a:lnTo>
                    <a:pt x="163902" y="195660"/>
                  </a:lnTo>
                  <a:lnTo>
                    <a:pt x="134600" y="229580"/>
                  </a:lnTo>
                  <a:lnTo>
                    <a:pt x="107804" y="265597"/>
                  </a:lnTo>
                  <a:lnTo>
                    <a:pt x="83650" y="303577"/>
                  </a:lnTo>
                  <a:lnTo>
                    <a:pt x="62275" y="343381"/>
                  </a:lnTo>
                  <a:lnTo>
                    <a:pt x="43814" y="384874"/>
                  </a:lnTo>
                  <a:lnTo>
                    <a:pt x="28404" y="427920"/>
                  </a:lnTo>
                  <a:lnTo>
                    <a:pt x="16181" y="472382"/>
                  </a:lnTo>
                  <a:lnTo>
                    <a:pt x="7282" y="518124"/>
                  </a:lnTo>
                  <a:lnTo>
                    <a:pt x="1843" y="565009"/>
                  </a:lnTo>
                  <a:lnTo>
                    <a:pt x="0" y="612901"/>
                  </a:lnTo>
                  <a:lnTo>
                    <a:pt x="1843" y="660777"/>
                  </a:lnTo>
                  <a:lnTo>
                    <a:pt x="7282" y="707646"/>
                  </a:lnTo>
                  <a:lnTo>
                    <a:pt x="16181" y="753374"/>
                  </a:lnTo>
                  <a:lnTo>
                    <a:pt x="28404" y="797824"/>
                  </a:lnTo>
                  <a:lnTo>
                    <a:pt x="43814" y="840858"/>
                  </a:lnTo>
                  <a:lnTo>
                    <a:pt x="62275" y="882341"/>
                  </a:lnTo>
                  <a:lnTo>
                    <a:pt x="83650" y="922137"/>
                  </a:lnTo>
                  <a:lnTo>
                    <a:pt x="107804" y="960109"/>
                  </a:lnTo>
                  <a:lnTo>
                    <a:pt x="134600" y="996120"/>
                  </a:lnTo>
                  <a:lnTo>
                    <a:pt x="163902" y="1030034"/>
                  </a:lnTo>
                  <a:lnTo>
                    <a:pt x="195574" y="1061715"/>
                  </a:lnTo>
                  <a:lnTo>
                    <a:pt x="229479" y="1091026"/>
                  </a:lnTo>
                  <a:lnTo>
                    <a:pt x="265482" y="1117831"/>
                  </a:lnTo>
                  <a:lnTo>
                    <a:pt x="303445" y="1141993"/>
                  </a:lnTo>
                  <a:lnTo>
                    <a:pt x="343233" y="1163376"/>
                  </a:lnTo>
                  <a:lnTo>
                    <a:pt x="384709" y="1181844"/>
                  </a:lnTo>
                  <a:lnTo>
                    <a:pt x="427737" y="1197260"/>
                  </a:lnTo>
                  <a:lnTo>
                    <a:pt x="472182" y="1209488"/>
                  </a:lnTo>
                  <a:lnTo>
                    <a:pt x="517906" y="1218390"/>
                  </a:lnTo>
                  <a:lnTo>
                    <a:pt x="564773" y="1223832"/>
                  </a:lnTo>
                  <a:lnTo>
                    <a:pt x="612648" y="1225677"/>
                  </a:lnTo>
                  <a:lnTo>
                    <a:pt x="660522" y="1223832"/>
                  </a:lnTo>
                  <a:lnTo>
                    <a:pt x="707389" y="1218390"/>
                  </a:lnTo>
                  <a:lnTo>
                    <a:pt x="753113" y="1209488"/>
                  </a:lnTo>
                  <a:lnTo>
                    <a:pt x="797558" y="1197260"/>
                  </a:lnTo>
                  <a:lnTo>
                    <a:pt x="840586" y="1181844"/>
                  </a:lnTo>
                  <a:lnTo>
                    <a:pt x="882062" y="1163376"/>
                  </a:lnTo>
                  <a:lnTo>
                    <a:pt x="921850" y="1141993"/>
                  </a:lnTo>
                  <a:lnTo>
                    <a:pt x="959813" y="1117831"/>
                  </a:lnTo>
                  <a:lnTo>
                    <a:pt x="995816" y="1091026"/>
                  </a:lnTo>
                  <a:lnTo>
                    <a:pt x="1029721" y="1061715"/>
                  </a:lnTo>
                  <a:lnTo>
                    <a:pt x="1061393" y="1030034"/>
                  </a:lnTo>
                  <a:lnTo>
                    <a:pt x="1090695" y="996120"/>
                  </a:lnTo>
                  <a:lnTo>
                    <a:pt x="1117491" y="960109"/>
                  </a:lnTo>
                  <a:lnTo>
                    <a:pt x="1141645" y="922137"/>
                  </a:lnTo>
                  <a:lnTo>
                    <a:pt x="1163020" y="882341"/>
                  </a:lnTo>
                  <a:lnTo>
                    <a:pt x="1181481" y="840858"/>
                  </a:lnTo>
                  <a:lnTo>
                    <a:pt x="1196891" y="797824"/>
                  </a:lnTo>
                  <a:lnTo>
                    <a:pt x="1209114" y="753374"/>
                  </a:lnTo>
                  <a:lnTo>
                    <a:pt x="1218013" y="707646"/>
                  </a:lnTo>
                  <a:lnTo>
                    <a:pt x="1223452" y="660777"/>
                  </a:lnTo>
                  <a:lnTo>
                    <a:pt x="1225296" y="612901"/>
                  </a:lnTo>
                  <a:lnTo>
                    <a:pt x="1223452" y="565009"/>
                  </a:lnTo>
                  <a:lnTo>
                    <a:pt x="1218013" y="518124"/>
                  </a:lnTo>
                  <a:lnTo>
                    <a:pt x="1209114" y="472382"/>
                  </a:lnTo>
                  <a:lnTo>
                    <a:pt x="1196891" y="427920"/>
                  </a:lnTo>
                  <a:lnTo>
                    <a:pt x="1181481" y="384874"/>
                  </a:lnTo>
                  <a:lnTo>
                    <a:pt x="1163020" y="343381"/>
                  </a:lnTo>
                  <a:lnTo>
                    <a:pt x="1141645" y="303577"/>
                  </a:lnTo>
                  <a:lnTo>
                    <a:pt x="1117491" y="265597"/>
                  </a:lnTo>
                  <a:lnTo>
                    <a:pt x="1090695" y="229580"/>
                  </a:lnTo>
                  <a:lnTo>
                    <a:pt x="1061393" y="195660"/>
                  </a:lnTo>
                  <a:lnTo>
                    <a:pt x="1029721" y="163975"/>
                  </a:lnTo>
                  <a:lnTo>
                    <a:pt x="995816" y="134660"/>
                  </a:lnTo>
                  <a:lnTo>
                    <a:pt x="959813" y="107852"/>
                  </a:lnTo>
                  <a:lnTo>
                    <a:pt x="921850" y="83688"/>
                  </a:lnTo>
                  <a:lnTo>
                    <a:pt x="882062" y="62303"/>
                  </a:lnTo>
                  <a:lnTo>
                    <a:pt x="840586" y="43834"/>
                  </a:lnTo>
                  <a:lnTo>
                    <a:pt x="797558" y="28417"/>
                  </a:lnTo>
                  <a:lnTo>
                    <a:pt x="753113" y="16189"/>
                  </a:lnTo>
                  <a:lnTo>
                    <a:pt x="707389" y="7286"/>
                  </a:lnTo>
                  <a:lnTo>
                    <a:pt x="660522" y="1844"/>
                  </a:lnTo>
                  <a:lnTo>
                    <a:pt x="612648" y="0"/>
                  </a:lnTo>
                  <a:close/>
                </a:path>
              </a:pathLst>
            </a:custGeom>
            <a:solidFill>
              <a:srgbClr val="AAA4F8"/>
            </a:solidFill>
          </p:spPr>
          <p:txBody>
            <a:bodyPr wrap="square" lIns="0" tIns="0" rIns="0" bIns="0" rtlCol="0"/>
            <a:lstStyle/>
            <a:p>
              <a:endParaRPr/>
            </a:p>
          </p:txBody>
        </p:sp>
        <p:sp>
          <p:nvSpPr>
            <p:cNvPr id="29" name="object 10">
              <a:extLst>
                <a:ext uri="{FF2B5EF4-FFF2-40B4-BE49-F238E27FC236}">
                  <a16:creationId xmlns:a16="http://schemas.microsoft.com/office/drawing/2014/main" id="{8FA236C1-53D6-36F5-6020-E442A4E30CC1}"/>
                </a:ext>
              </a:extLst>
            </p:cNvPr>
            <p:cNvSpPr/>
            <p:nvPr/>
          </p:nvSpPr>
          <p:spPr>
            <a:xfrm>
              <a:off x="5705855" y="2716402"/>
              <a:ext cx="1216660" cy="1216660"/>
            </a:xfrm>
            <a:custGeom>
              <a:avLst/>
              <a:gdLst/>
              <a:ahLst/>
              <a:cxnLst/>
              <a:rect l="l" t="t" r="r" b="b"/>
              <a:pathLst>
                <a:path w="1216659" h="1216660">
                  <a:moveTo>
                    <a:pt x="608076" y="0"/>
                  </a:moveTo>
                  <a:lnTo>
                    <a:pt x="560560" y="1830"/>
                  </a:lnTo>
                  <a:lnTo>
                    <a:pt x="514044" y="7232"/>
                  </a:lnTo>
                  <a:lnTo>
                    <a:pt x="468663" y="16069"/>
                  </a:lnTo>
                  <a:lnTo>
                    <a:pt x="424551" y="28206"/>
                  </a:lnTo>
                  <a:lnTo>
                    <a:pt x="381844" y="43509"/>
                  </a:lnTo>
                  <a:lnTo>
                    <a:pt x="340678" y="61841"/>
                  </a:lnTo>
                  <a:lnTo>
                    <a:pt x="301187" y="83067"/>
                  </a:lnTo>
                  <a:lnTo>
                    <a:pt x="263507" y="107052"/>
                  </a:lnTo>
                  <a:lnTo>
                    <a:pt x="227773" y="133661"/>
                  </a:lnTo>
                  <a:lnTo>
                    <a:pt x="194121" y="162757"/>
                  </a:lnTo>
                  <a:lnTo>
                    <a:pt x="162685" y="194207"/>
                  </a:lnTo>
                  <a:lnTo>
                    <a:pt x="133601" y="227874"/>
                  </a:lnTo>
                  <a:lnTo>
                    <a:pt x="107004" y="263623"/>
                  </a:lnTo>
                  <a:lnTo>
                    <a:pt x="83029" y="301319"/>
                  </a:lnTo>
                  <a:lnTo>
                    <a:pt x="61813" y="340826"/>
                  </a:lnTo>
                  <a:lnTo>
                    <a:pt x="43489" y="382009"/>
                  </a:lnTo>
                  <a:lnTo>
                    <a:pt x="28193" y="424733"/>
                  </a:lnTo>
                  <a:lnTo>
                    <a:pt x="16061" y="468863"/>
                  </a:lnTo>
                  <a:lnTo>
                    <a:pt x="7228" y="514262"/>
                  </a:lnTo>
                  <a:lnTo>
                    <a:pt x="1829" y="560796"/>
                  </a:lnTo>
                  <a:lnTo>
                    <a:pt x="0" y="608330"/>
                  </a:lnTo>
                  <a:lnTo>
                    <a:pt x="1829" y="655862"/>
                  </a:lnTo>
                  <a:lnTo>
                    <a:pt x="7228" y="702394"/>
                  </a:lnTo>
                  <a:lnTo>
                    <a:pt x="16061" y="747789"/>
                  </a:lnTo>
                  <a:lnTo>
                    <a:pt x="28193" y="791914"/>
                  </a:lnTo>
                  <a:lnTo>
                    <a:pt x="43489" y="834631"/>
                  </a:lnTo>
                  <a:lnTo>
                    <a:pt x="61813" y="875808"/>
                  </a:lnTo>
                  <a:lnTo>
                    <a:pt x="83029" y="915307"/>
                  </a:lnTo>
                  <a:lnTo>
                    <a:pt x="107004" y="952995"/>
                  </a:lnTo>
                  <a:lnTo>
                    <a:pt x="133601" y="988735"/>
                  </a:lnTo>
                  <a:lnTo>
                    <a:pt x="162685" y="1022393"/>
                  </a:lnTo>
                  <a:lnTo>
                    <a:pt x="194121" y="1053834"/>
                  </a:lnTo>
                  <a:lnTo>
                    <a:pt x="227773" y="1082921"/>
                  </a:lnTo>
                  <a:lnTo>
                    <a:pt x="263507" y="1109521"/>
                  </a:lnTo>
                  <a:lnTo>
                    <a:pt x="301187" y="1133498"/>
                  </a:lnTo>
                  <a:lnTo>
                    <a:pt x="340678" y="1154716"/>
                  </a:lnTo>
                  <a:lnTo>
                    <a:pt x="381844" y="1173041"/>
                  </a:lnTo>
                  <a:lnTo>
                    <a:pt x="424551" y="1188338"/>
                  </a:lnTo>
                  <a:lnTo>
                    <a:pt x="468663" y="1200470"/>
                  </a:lnTo>
                  <a:lnTo>
                    <a:pt x="514044" y="1209304"/>
                  </a:lnTo>
                  <a:lnTo>
                    <a:pt x="560560" y="1214703"/>
                  </a:lnTo>
                  <a:lnTo>
                    <a:pt x="608076" y="1216533"/>
                  </a:lnTo>
                  <a:lnTo>
                    <a:pt x="655591" y="1214703"/>
                  </a:lnTo>
                  <a:lnTo>
                    <a:pt x="702107" y="1209304"/>
                  </a:lnTo>
                  <a:lnTo>
                    <a:pt x="747488" y="1200470"/>
                  </a:lnTo>
                  <a:lnTo>
                    <a:pt x="791600" y="1188338"/>
                  </a:lnTo>
                  <a:lnTo>
                    <a:pt x="834307" y="1173041"/>
                  </a:lnTo>
                  <a:lnTo>
                    <a:pt x="875473" y="1154716"/>
                  </a:lnTo>
                  <a:lnTo>
                    <a:pt x="914964" y="1133498"/>
                  </a:lnTo>
                  <a:lnTo>
                    <a:pt x="952644" y="1109521"/>
                  </a:lnTo>
                  <a:lnTo>
                    <a:pt x="988378" y="1082921"/>
                  </a:lnTo>
                  <a:lnTo>
                    <a:pt x="1022030" y="1053834"/>
                  </a:lnTo>
                  <a:lnTo>
                    <a:pt x="1053466" y="1022393"/>
                  </a:lnTo>
                  <a:lnTo>
                    <a:pt x="1082550" y="988735"/>
                  </a:lnTo>
                  <a:lnTo>
                    <a:pt x="1109147" y="952995"/>
                  </a:lnTo>
                  <a:lnTo>
                    <a:pt x="1133122" y="915307"/>
                  </a:lnTo>
                  <a:lnTo>
                    <a:pt x="1154338" y="875808"/>
                  </a:lnTo>
                  <a:lnTo>
                    <a:pt x="1172662" y="834631"/>
                  </a:lnTo>
                  <a:lnTo>
                    <a:pt x="1187958" y="791914"/>
                  </a:lnTo>
                  <a:lnTo>
                    <a:pt x="1200090" y="747789"/>
                  </a:lnTo>
                  <a:lnTo>
                    <a:pt x="1208923" y="702394"/>
                  </a:lnTo>
                  <a:lnTo>
                    <a:pt x="1214322" y="655862"/>
                  </a:lnTo>
                  <a:lnTo>
                    <a:pt x="1216152" y="608330"/>
                  </a:lnTo>
                  <a:lnTo>
                    <a:pt x="1214322" y="560796"/>
                  </a:lnTo>
                  <a:lnTo>
                    <a:pt x="1208923" y="514262"/>
                  </a:lnTo>
                  <a:lnTo>
                    <a:pt x="1200090" y="468863"/>
                  </a:lnTo>
                  <a:lnTo>
                    <a:pt x="1187958" y="424733"/>
                  </a:lnTo>
                  <a:lnTo>
                    <a:pt x="1172662" y="382009"/>
                  </a:lnTo>
                  <a:lnTo>
                    <a:pt x="1154338" y="340826"/>
                  </a:lnTo>
                  <a:lnTo>
                    <a:pt x="1133122" y="301319"/>
                  </a:lnTo>
                  <a:lnTo>
                    <a:pt x="1109147" y="263623"/>
                  </a:lnTo>
                  <a:lnTo>
                    <a:pt x="1082550" y="227874"/>
                  </a:lnTo>
                  <a:lnTo>
                    <a:pt x="1053466" y="194207"/>
                  </a:lnTo>
                  <a:lnTo>
                    <a:pt x="1022030" y="162757"/>
                  </a:lnTo>
                  <a:lnTo>
                    <a:pt x="988378" y="133661"/>
                  </a:lnTo>
                  <a:lnTo>
                    <a:pt x="952644" y="107052"/>
                  </a:lnTo>
                  <a:lnTo>
                    <a:pt x="914964" y="83067"/>
                  </a:lnTo>
                  <a:lnTo>
                    <a:pt x="875473" y="61841"/>
                  </a:lnTo>
                  <a:lnTo>
                    <a:pt x="834307" y="43509"/>
                  </a:lnTo>
                  <a:lnTo>
                    <a:pt x="791600" y="28206"/>
                  </a:lnTo>
                  <a:lnTo>
                    <a:pt x="747488" y="16069"/>
                  </a:lnTo>
                  <a:lnTo>
                    <a:pt x="702107" y="7232"/>
                  </a:lnTo>
                  <a:lnTo>
                    <a:pt x="655591" y="1830"/>
                  </a:lnTo>
                  <a:lnTo>
                    <a:pt x="608076" y="0"/>
                  </a:lnTo>
                  <a:close/>
                </a:path>
              </a:pathLst>
            </a:custGeom>
            <a:solidFill>
              <a:srgbClr val="C3B8F1"/>
            </a:solidFill>
          </p:spPr>
          <p:txBody>
            <a:bodyPr wrap="square" lIns="0" tIns="0" rIns="0" bIns="0" rtlCol="0"/>
            <a:lstStyle/>
            <a:p>
              <a:endParaRPr/>
            </a:p>
          </p:txBody>
        </p:sp>
        <p:sp>
          <p:nvSpPr>
            <p:cNvPr id="30" name="object 11">
              <a:extLst>
                <a:ext uri="{FF2B5EF4-FFF2-40B4-BE49-F238E27FC236}">
                  <a16:creationId xmlns:a16="http://schemas.microsoft.com/office/drawing/2014/main" id="{A75FAA10-2940-DD5D-03C1-DEF559C8C5AE}"/>
                </a:ext>
              </a:extLst>
            </p:cNvPr>
            <p:cNvSpPr/>
            <p:nvPr/>
          </p:nvSpPr>
          <p:spPr>
            <a:xfrm>
              <a:off x="7845552" y="2716402"/>
              <a:ext cx="3420110" cy="1226185"/>
            </a:xfrm>
            <a:custGeom>
              <a:avLst/>
              <a:gdLst/>
              <a:ahLst/>
              <a:cxnLst/>
              <a:rect l="l" t="t" r="r" b="b"/>
              <a:pathLst>
                <a:path w="3420109" h="1226185">
                  <a:moveTo>
                    <a:pt x="1216152" y="617474"/>
                  </a:moveTo>
                  <a:lnTo>
                    <a:pt x="1214310" y="569950"/>
                  </a:lnTo>
                  <a:lnTo>
                    <a:pt x="1208913" y="523417"/>
                  </a:lnTo>
                  <a:lnTo>
                    <a:pt x="1200086" y="478015"/>
                  </a:lnTo>
                  <a:lnTo>
                    <a:pt x="1187958" y="433882"/>
                  </a:lnTo>
                  <a:lnTo>
                    <a:pt x="1172654" y="391160"/>
                  </a:lnTo>
                  <a:lnTo>
                    <a:pt x="1154328" y="349973"/>
                  </a:lnTo>
                  <a:lnTo>
                    <a:pt x="1133119" y="310464"/>
                  </a:lnTo>
                  <a:lnTo>
                    <a:pt x="1109141" y="272770"/>
                  </a:lnTo>
                  <a:lnTo>
                    <a:pt x="1082548" y="237020"/>
                  </a:lnTo>
                  <a:lnTo>
                    <a:pt x="1053465" y="203352"/>
                  </a:lnTo>
                  <a:lnTo>
                    <a:pt x="1022019" y="171907"/>
                  </a:lnTo>
                  <a:lnTo>
                    <a:pt x="988377" y="142811"/>
                  </a:lnTo>
                  <a:lnTo>
                    <a:pt x="952639" y="116205"/>
                  </a:lnTo>
                  <a:lnTo>
                    <a:pt x="914958" y="92214"/>
                  </a:lnTo>
                  <a:lnTo>
                    <a:pt x="875461" y="70993"/>
                  </a:lnTo>
                  <a:lnTo>
                    <a:pt x="834301" y="52654"/>
                  </a:lnTo>
                  <a:lnTo>
                    <a:pt x="791591" y="37363"/>
                  </a:lnTo>
                  <a:lnTo>
                    <a:pt x="747483" y="25222"/>
                  </a:lnTo>
                  <a:lnTo>
                    <a:pt x="702106" y="16383"/>
                  </a:lnTo>
                  <a:lnTo>
                    <a:pt x="655586" y="10985"/>
                  </a:lnTo>
                  <a:lnTo>
                    <a:pt x="608076" y="9144"/>
                  </a:lnTo>
                  <a:lnTo>
                    <a:pt x="560552" y="10985"/>
                  </a:lnTo>
                  <a:lnTo>
                    <a:pt x="514032" y="16383"/>
                  </a:lnTo>
                  <a:lnTo>
                    <a:pt x="468655" y="25222"/>
                  </a:lnTo>
                  <a:lnTo>
                    <a:pt x="424548" y="37363"/>
                  </a:lnTo>
                  <a:lnTo>
                    <a:pt x="381838" y="52654"/>
                  </a:lnTo>
                  <a:lnTo>
                    <a:pt x="340677" y="70993"/>
                  </a:lnTo>
                  <a:lnTo>
                    <a:pt x="301180" y="92214"/>
                  </a:lnTo>
                  <a:lnTo>
                    <a:pt x="263499" y="116205"/>
                  </a:lnTo>
                  <a:lnTo>
                    <a:pt x="227761" y="142811"/>
                  </a:lnTo>
                  <a:lnTo>
                    <a:pt x="194119" y="171907"/>
                  </a:lnTo>
                  <a:lnTo>
                    <a:pt x="162674" y="203352"/>
                  </a:lnTo>
                  <a:lnTo>
                    <a:pt x="133591" y="237020"/>
                  </a:lnTo>
                  <a:lnTo>
                    <a:pt x="106997" y="272770"/>
                  </a:lnTo>
                  <a:lnTo>
                    <a:pt x="83019" y="310464"/>
                  </a:lnTo>
                  <a:lnTo>
                    <a:pt x="61810" y="349973"/>
                  </a:lnTo>
                  <a:lnTo>
                    <a:pt x="43484" y="391160"/>
                  </a:lnTo>
                  <a:lnTo>
                    <a:pt x="28181" y="433882"/>
                  </a:lnTo>
                  <a:lnTo>
                    <a:pt x="16052" y="478015"/>
                  </a:lnTo>
                  <a:lnTo>
                    <a:pt x="7226" y="523417"/>
                  </a:lnTo>
                  <a:lnTo>
                    <a:pt x="1828" y="569950"/>
                  </a:lnTo>
                  <a:lnTo>
                    <a:pt x="0" y="617474"/>
                  </a:lnTo>
                  <a:lnTo>
                    <a:pt x="1828" y="665010"/>
                  </a:lnTo>
                  <a:lnTo>
                    <a:pt x="7226" y="711542"/>
                  </a:lnTo>
                  <a:lnTo>
                    <a:pt x="16052" y="756945"/>
                  </a:lnTo>
                  <a:lnTo>
                    <a:pt x="28181" y="801065"/>
                  </a:lnTo>
                  <a:lnTo>
                    <a:pt x="43484" y="843788"/>
                  </a:lnTo>
                  <a:lnTo>
                    <a:pt x="61810" y="884961"/>
                  </a:lnTo>
                  <a:lnTo>
                    <a:pt x="83019" y="924458"/>
                  </a:lnTo>
                  <a:lnTo>
                    <a:pt x="106997" y="962152"/>
                  </a:lnTo>
                  <a:lnTo>
                    <a:pt x="133591" y="997889"/>
                  </a:lnTo>
                  <a:lnTo>
                    <a:pt x="162674" y="1031544"/>
                  </a:lnTo>
                  <a:lnTo>
                    <a:pt x="194119" y="1062990"/>
                  </a:lnTo>
                  <a:lnTo>
                    <a:pt x="227761" y="1092073"/>
                  </a:lnTo>
                  <a:lnTo>
                    <a:pt x="263499" y="1118666"/>
                  </a:lnTo>
                  <a:lnTo>
                    <a:pt x="301180" y="1142644"/>
                  </a:lnTo>
                  <a:lnTo>
                    <a:pt x="340677" y="1163866"/>
                  </a:lnTo>
                  <a:lnTo>
                    <a:pt x="381838" y="1182192"/>
                  </a:lnTo>
                  <a:lnTo>
                    <a:pt x="424548" y="1197483"/>
                  </a:lnTo>
                  <a:lnTo>
                    <a:pt x="468655" y="1209624"/>
                  </a:lnTo>
                  <a:lnTo>
                    <a:pt x="514032" y="1218450"/>
                  </a:lnTo>
                  <a:lnTo>
                    <a:pt x="560552" y="1223848"/>
                  </a:lnTo>
                  <a:lnTo>
                    <a:pt x="608076" y="1225677"/>
                  </a:lnTo>
                  <a:lnTo>
                    <a:pt x="655586" y="1223848"/>
                  </a:lnTo>
                  <a:lnTo>
                    <a:pt x="702106" y="1218450"/>
                  </a:lnTo>
                  <a:lnTo>
                    <a:pt x="747483" y="1209624"/>
                  </a:lnTo>
                  <a:lnTo>
                    <a:pt x="791591" y="1197483"/>
                  </a:lnTo>
                  <a:lnTo>
                    <a:pt x="834301" y="1182192"/>
                  </a:lnTo>
                  <a:lnTo>
                    <a:pt x="875461" y="1163866"/>
                  </a:lnTo>
                  <a:lnTo>
                    <a:pt x="914958" y="1142644"/>
                  </a:lnTo>
                  <a:lnTo>
                    <a:pt x="952639" y="1118666"/>
                  </a:lnTo>
                  <a:lnTo>
                    <a:pt x="988377" y="1092073"/>
                  </a:lnTo>
                  <a:lnTo>
                    <a:pt x="1022019" y="1062990"/>
                  </a:lnTo>
                  <a:lnTo>
                    <a:pt x="1053465" y="1031544"/>
                  </a:lnTo>
                  <a:lnTo>
                    <a:pt x="1082548" y="997889"/>
                  </a:lnTo>
                  <a:lnTo>
                    <a:pt x="1109141" y="962152"/>
                  </a:lnTo>
                  <a:lnTo>
                    <a:pt x="1133119" y="924458"/>
                  </a:lnTo>
                  <a:lnTo>
                    <a:pt x="1154328" y="884961"/>
                  </a:lnTo>
                  <a:lnTo>
                    <a:pt x="1172654" y="843788"/>
                  </a:lnTo>
                  <a:lnTo>
                    <a:pt x="1187958" y="801065"/>
                  </a:lnTo>
                  <a:lnTo>
                    <a:pt x="1200086" y="756945"/>
                  </a:lnTo>
                  <a:lnTo>
                    <a:pt x="1208913" y="711542"/>
                  </a:lnTo>
                  <a:lnTo>
                    <a:pt x="1214310" y="665010"/>
                  </a:lnTo>
                  <a:lnTo>
                    <a:pt x="1216152" y="617474"/>
                  </a:lnTo>
                  <a:close/>
                </a:path>
                <a:path w="3420109" h="1226185">
                  <a:moveTo>
                    <a:pt x="3419856" y="608330"/>
                  </a:moveTo>
                  <a:lnTo>
                    <a:pt x="3418014" y="560806"/>
                  </a:lnTo>
                  <a:lnTo>
                    <a:pt x="3412617" y="514273"/>
                  </a:lnTo>
                  <a:lnTo>
                    <a:pt x="3403790" y="468871"/>
                  </a:lnTo>
                  <a:lnTo>
                    <a:pt x="3391662" y="424738"/>
                  </a:lnTo>
                  <a:lnTo>
                    <a:pt x="3376358" y="382016"/>
                  </a:lnTo>
                  <a:lnTo>
                    <a:pt x="3358032" y="340829"/>
                  </a:lnTo>
                  <a:lnTo>
                    <a:pt x="3336823" y="301320"/>
                  </a:lnTo>
                  <a:lnTo>
                    <a:pt x="3312845" y="263626"/>
                  </a:lnTo>
                  <a:lnTo>
                    <a:pt x="3286252" y="227876"/>
                  </a:lnTo>
                  <a:lnTo>
                    <a:pt x="3257169" y="194208"/>
                  </a:lnTo>
                  <a:lnTo>
                    <a:pt x="3225723" y="162763"/>
                  </a:lnTo>
                  <a:lnTo>
                    <a:pt x="3192081" y="133667"/>
                  </a:lnTo>
                  <a:lnTo>
                    <a:pt x="3156343" y="107061"/>
                  </a:lnTo>
                  <a:lnTo>
                    <a:pt x="3118662" y="83070"/>
                  </a:lnTo>
                  <a:lnTo>
                    <a:pt x="3079165" y="61849"/>
                  </a:lnTo>
                  <a:lnTo>
                    <a:pt x="3038005" y="43510"/>
                  </a:lnTo>
                  <a:lnTo>
                    <a:pt x="2995295" y="28219"/>
                  </a:lnTo>
                  <a:lnTo>
                    <a:pt x="2951188" y="16078"/>
                  </a:lnTo>
                  <a:lnTo>
                    <a:pt x="2905810" y="7239"/>
                  </a:lnTo>
                  <a:lnTo>
                    <a:pt x="2859290" y="1841"/>
                  </a:lnTo>
                  <a:lnTo>
                    <a:pt x="2811780" y="0"/>
                  </a:lnTo>
                  <a:lnTo>
                    <a:pt x="2764256" y="1841"/>
                  </a:lnTo>
                  <a:lnTo>
                    <a:pt x="2717736" y="7239"/>
                  </a:lnTo>
                  <a:lnTo>
                    <a:pt x="2672359" y="16078"/>
                  </a:lnTo>
                  <a:lnTo>
                    <a:pt x="2628252" y="28219"/>
                  </a:lnTo>
                  <a:lnTo>
                    <a:pt x="2585542" y="43510"/>
                  </a:lnTo>
                  <a:lnTo>
                    <a:pt x="2544381" y="61849"/>
                  </a:lnTo>
                  <a:lnTo>
                    <a:pt x="2504884" y="83070"/>
                  </a:lnTo>
                  <a:lnTo>
                    <a:pt x="2467203" y="107061"/>
                  </a:lnTo>
                  <a:lnTo>
                    <a:pt x="2431465" y="133667"/>
                  </a:lnTo>
                  <a:lnTo>
                    <a:pt x="2397823" y="162763"/>
                  </a:lnTo>
                  <a:lnTo>
                    <a:pt x="2366378" y="194208"/>
                  </a:lnTo>
                  <a:lnTo>
                    <a:pt x="2337295" y="227876"/>
                  </a:lnTo>
                  <a:lnTo>
                    <a:pt x="2310701" y="263626"/>
                  </a:lnTo>
                  <a:lnTo>
                    <a:pt x="2286724" y="301320"/>
                  </a:lnTo>
                  <a:lnTo>
                    <a:pt x="2265515" y="340829"/>
                  </a:lnTo>
                  <a:lnTo>
                    <a:pt x="2247188" y="382016"/>
                  </a:lnTo>
                  <a:lnTo>
                    <a:pt x="2231885" y="424738"/>
                  </a:lnTo>
                  <a:lnTo>
                    <a:pt x="2219756" y="468871"/>
                  </a:lnTo>
                  <a:lnTo>
                    <a:pt x="2210930" y="514273"/>
                  </a:lnTo>
                  <a:lnTo>
                    <a:pt x="2205532" y="560806"/>
                  </a:lnTo>
                  <a:lnTo>
                    <a:pt x="2203704" y="608330"/>
                  </a:lnTo>
                  <a:lnTo>
                    <a:pt x="2205532" y="655866"/>
                  </a:lnTo>
                  <a:lnTo>
                    <a:pt x="2210930" y="702398"/>
                  </a:lnTo>
                  <a:lnTo>
                    <a:pt x="2219756" y="747801"/>
                  </a:lnTo>
                  <a:lnTo>
                    <a:pt x="2231885" y="791921"/>
                  </a:lnTo>
                  <a:lnTo>
                    <a:pt x="2247188" y="834644"/>
                  </a:lnTo>
                  <a:lnTo>
                    <a:pt x="2265515" y="875817"/>
                  </a:lnTo>
                  <a:lnTo>
                    <a:pt x="2286724" y="915314"/>
                  </a:lnTo>
                  <a:lnTo>
                    <a:pt x="2310701" y="953008"/>
                  </a:lnTo>
                  <a:lnTo>
                    <a:pt x="2337295" y="988745"/>
                  </a:lnTo>
                  <a:lnTo>
                    <a:pt x="2366378" y="1022400"/>
                  </a:lnTo>
                  <a:lnTo>
                    <a:pt x="2397823" y="1053846"/>
                  </a:lnTo>
                  <a:lnTo>
                    <a:pt x="2431465" y="1082929"/>
                  </a:lnTo>
                  <a:lnTo>
                    <a:pt x="2467203" y="1109522"/>
                  </a:lnTo>
                  <a:lnTo>
                    <a:pt x="2504884" y="1133500"/>
                  </a:lnTo>
                  <a:lnTo>
                    <a:pt x="2544381" y="1154722"/>
                  </a:lnTo>
                  <a:lnTo>
                    <a:pt x="2585542" y="1173048"/>
                  </a:lnTo>
                  <a:lnTo>
                    <a:pt x="2628252" y="1188339"/>
                  </a:lnTo>
                  <a:lnTo>
                    <a:pt x="2672359" y="1200480"/>
                  </a:lnTo>
                  <a:lnTo>
                    <a:pt x="2717736" y="1209306"/>
                  </a:lnTo>
                  <a:lnTo>
                    <a:pt x="2764256" y="1214704"/>
                  </a:lnTo>
                  <a:lnTo>
                    <a:pt x="2811780" y="1216533"/>
                  </a:lnTo>
                  <a:lnTo>
                    <a:pt x="2859290" y="1214704"/>
                  </a:lnTo>
                  <a:lnTo>
                    <a:pt x="2905810" y="1209306"/>
                  </a:lnTo>
                  <a:lnTo>
                    <a:pt x="2951188" y="1200480"/>
                  </a:lnTo>
                  <a:lnTo>
                    <a:pt x="2995295" y="1188339"/>
                  </a:lnTo>
                  <a:lnTo>
                    <a:pt x="3038005" y="1173048"/>
                  </a:lnTo>
                  <a:lnTo>
                    <a:pt x="3079165" y="1154722"/>
                  </a:lnTo>
                  <a:lnTo>
                    <a:pt x="3118662" y="1133500"/>
                  </a:lnTo>
                  <a:lnTo>
                    <a:pt x="3156343" y="1109522"/>
                  </a:lnTo>
                  <a:lnTo>
                    <a:pt x="3192081" y="1082929"/>
                  </a:lnTo>
                  <a:lnTo>
                    <a:pt x="3225723" y="1053846"/>
                  </a:lnTo>
                  <a:lnTo>
                    <a:pt x="3257169" y="1022400"/>
                  </a:lnTo>
                  <a:lnTo>
                    <a:pt x="3286252" y="988745"/>
                  </a:lnTo>
                  <a:lnTo>
                    <a:pt x="3312845" y="953008"/>
                  </a:lnTo>
                  <a:lnTo>
                    <a:pt x="3336823" y="915314"/>
                  </a:lnTo>
                  <a:lnTo>
                    <a:pt x="3358032" y="875817"/>
                  </a:lnTo>
                  <a:lnTo>
                    <a:pt x="3376358" y="834644"/>
                  </a:lnTo>
                  <a:lnTo>
                    <a:pt x="3391662" y="791921"/>
                  </a:lnTo>
                  <a:lnTo>
                    <a:pt x="3403790" y="747801"/>
                  </a:lnTo>
                  <a:lnTo>
                    <a:pt x="3412617" y="702398"/>
                  </a:lnTo>
                  <a:lnTo>
                    <a:pt x="3418014" y="655866"/>
                  </a:lnTo>
                  <a:lnTo>
                    <a:pt x="3419856" y="608330"/>
                  </a:lnTo>
                  <a:close/>
                </a:path>
              </a:pathLst>
            </a:custGeom>
            <a:solidFill>
              <a:srgbClr val="92CDEF"/>
            </a:solidFill>
          </p:spPr>
          <p:txBody>
            <a:bodyPr wrap="square" lIns="0" tIns="0" rIns="0" bIns="0" rtlCol="0"/>
            <a:lstStyle/>
            <a:p>
              <a:endParaRPr/>
            </a:p>
          </p:txBody>
        </p:sp>
        <p:sp>
          <p:nvSpPr>
            <p:cNvPr id="31" name="object 12">
              <a:extLst>
                <a:ext uri="{FF2B5EF4-FFF2-40B4-BE49-F238E27FC236}">
                  <a16:creationId xmlns:a16="http://schemas.microsoft.com/office/drawing/2014/main" id="{BB853EAA-39B6-A5D2-251F-23B42A50ABD1}"/>
                </a:ext>
              </a:extLst>
            </p:cNvPr>
            <p:cNvSpPr/>
            <p:nvPr/>
          </p:nvSpPr>
          <p:spPr>
            <a:xfrm>
              <a:off x="1421891" y="2794253"/>
              <a:ext cx="9784080" cy="1079500"/>
            </a:xfrm>
            <a:custGeom>
              <a:avLst/>
              <a:gdLst/>
              <a:ahLst/>
              <a:cxnLst/>
              <a:rect l="l" t="t" r="r" b="b"/>
              <a:pathLst>
                <a:path w="9784080" h="1079500">
                  <a:moveTo>
                    <a:pt x="1069848" y="535051"/>
                  </a:moveTo>
                  <a:lnTo>
                    <a:pt x="1067661" y="486346"/>
                  </a:lnTo>
                  <a:lnTo>
                    <a:pt x="1061228" y="438867"/>
                  </a:lnTo>
                  <a:lnTo>
                    <a:pt x="1050738" y="392803"/>
                  </a:lnTo>
                  <a:lnTo>
                    <a:pt x="1036378" y="348342"/>
                  </a:lnTo>
                  <a:lnTo>
                    <a:pt x="1018339" y="305674"/>
                  </a:lnTo>
                  <a:lnTo>
                    <a:pt x="996808" y="264987"/>
                  </a:lnTo>
                  <a:lnTo>
                    <a:pt x="971976" y="226470"/>
                  </a:lnTo>
                  <a:lnTo>
                    <a:pt x="944031" y="190312"/>
                  </a:lnTo>
                  <a:lnTo>
                    <a:pt x="913161" y="156702"/>
                  </a:lnTo>
                  <a:lnTo>
                    <a:pt x="879557" y="125827"/>
                  </a:lnTo>
                  <a:lnTo>
                    <a:pt x="843406" y="97878"/>
                  </a:lnTo>
                  <a:lnTo>
                    <a:pt x="804897" y="73043"/>
                  </a:lnTo>
                  <a:lnTo>
                    <a:pt x="764221" y="51511"/>
                  </a:lnTo>
                  <a:lnTo>
                    <a:pt x="721564" y="33470"/>
                  </a:lnTo>
                  <a:lnTo>
                    <a:pt x="677118" y="19110"/>
                  </a:lnTo>
                  <a:lnTo>
                    <a:pt x="631069" y="8619"/>
                  </a:lnTo>
                  <a:lnTo>
                    <a:pt x="583608" y="2186"/>
                  </a:lnTo>
                  <a:lnTo>
                    <a:pt x="534924" y="0"/>
                  </a:lnTo>
                  <a:lnTo>
                    <a:pt x="486239" y="2186"/>
                  </a:lnTo>
                  <a:lnTo>
                    <a:pt x="438778" y="8619"/>
                  </a:lnTo>
                  <a:lnTo>
                    <a:pt x="392729" y="19110"/>
                  </a:lnTo>
                  <a:lnTo>
                    <a:pt x="348283" y="33470"/>
                  </a:lnTo>
                  <a:lnTo>
                    <a:pt x="305626" y="51511"/>
                  </a:lnTo>
                  <a:lnTo>
                    <a:pt x="264950" y="73043"/>
                  </a:lnTo>
                  <a:lnTo>
                    <a:pt x="226441" y="97878"/>
                  </a:lnTo>
                  <a:lnTo>
                    <a:pt x="190290" y="125827"/>
                  </a:lnTo>
                  <a:lnTo>
                    <a:pt x="156686" y="156702"/>
                  </a:lnTo>
                  <a:lnTo>
                    <a:pt x="125816" y="190312"/>
                  </a:lnTo>
                  <a:lnTo>
                    <a:pt x="97871" y="226470"/>
                  </a:lnTo>
                  <a:lnTo>
                    <a:pt x="73039" y="264987"/>
                  </a:lnTo>
                  <a:lnTo>
                    <a:pt x="51508" y="305674"/>
                  </a:lnTo>
                  <a:lnTo>
                    <a:pt x="33469" y="348342"/>
                  </a:lnTo>
                  <a:lnTo>
                    <a:pt x="19109" y="392803"/>
                  </a:lnTo>
                  <a:lnTo>
                    <a:pt x="8619" y="438867"/>
                  </a:lnTo>
                  <a:lnTo>
                    <a:pt x="2186" y="486346"/>
                  </a:lnTo>
                  <a:lnTo>
                    <a:pt x="0" y="535051"/>
                  </a:lnTo>
                  <a:lnTo>
                    <a:pt x="2186" y="583736"/>
                  </a:lnTo>
                  <a:lnTo>
                    <a:pt x="8619" y="631201"/>
                  </a:lnTo>
                  <a:lnTo>
                    <a:pt x="19109" y="677254"/>
                  </a:lnTo>
                  <a:lnTo>
                    <a:pt x="33469" y="721707"/>
                  </a:lnTo>
                  <a:lnTo>
                    <a:pt x="51508" y="764372"/>
                  </a:lnTo>
                  <a:lnTo>
                    <a:pt x="73039" y="805057"/>
                  </a:lnTo>
                  <a:lnTo>
                    <a:pt x="97871" y="843575"/>
                  </a:lnTo>
                  <a:lnTo>
                    <a:pt x="125816" y="879737"/>
                  </a:lnTo>
                  <a:lnTo>
                    <a:pt x="156686" y="913352"/>
                  </a:lnTo>
                  <a:lnTo>
                    <a:pt x="190290" y="944232"/>
                  </a:lnTo>
                  <a:lnTo>
                    <a:pt x="226441" y="972187"/>
                  </a:lnTo>
                  <a:lnTo>
                    <a:pt x="264950" y="997029"/>
                  </a:lnTo>
                  <a:lnTo>
                    <a:pt x="305626" y="1018569"/>
                  </a:lnTo>
                  <a:lnTo>
                    <a:pt x="348283" y="1036616"/>
                  </a:lnTo>
                  <a:lnTo>
                    <a:pt x="392729" y="1050982"/>
                  </a:lnTo>
                  <a:lnTo>
                    <a:pt x="438778" y="1061478"/>
                  </a:lnTo>
                  <a:lnTo>
                    <a:pt x="486239" y="1067914"/>
                  </a:lnTo>
                  <a:lnTo>
                    <a:pt x="534924" y="1070102"/>
                  </a:lnTo>
                  <a:lnTo>
                    <a:pt x="583608" y="1067914"/>
                  </a:lnTo>
                  <a:lnTo>
                    <a:pt x="631069" y="1061478"/>
                  </a:lnTo>
                  <a:lnTo>
                    <a:pt x="677118" y="1050982"/>
                  </a:lnTo>
                  <a:lnTo>
                    <a:pt x="721564" y="1036616"/>
                  </a:lnTo>
                  <a:lnTo>
                    <a:pt x="764221" y="1018569"/>
                  </a:lnTo>
                  <a:lnTo>
                    <a:pt x="804897" y="997029"/>
                  </a:lnTo>
                  <a:lnTo>
                    <a:pt x="843406" y="972187"/>
                  </a:lnTo>
                  <a:lnTo>
                    <a:pt x="879557" y="944232"/>
                  </a:lnTo>
                  <a:lnTo>
                    <a:pt x="913161" y="913352"/>
                  </a:lnTo>
                  <a:lnTo>
                    <a:pt x="944031" y="879737"/>
                  </a:lnTo>
                  <a:lnTo>
                    <a:pt x="971976" y="843575"/>
                  </a:lnTo>
                  <a:lnTo>
                    <a:pt x="996808" y="805057"/>
                  </a:lnTo>
                  <a:lnTo>
                    <a:pt x="1018339" y="764372"/>
                  </a:lnTo>
                  <a:lnTo>
                    <a:pt x="1036378" y="721707"/>
                  </a:lnTo>
                  <a:lnTo>
                    <a:pt x="1050738" y="677254"/>
                  </a:lnTo>
                  <a:lnTo>
                    <a:pt x="1061228" y="631201"/>
                  </a:lnTo>
                  <a:lnTo>
                    <a:pt x="1067661" y="583736"/>
                  </a:lnTo>
                  <a:lnTo>
                    <a:pt x="1069848" y="535051"/>
                  </a:lnTo>
                  <a:close/>
                </a:path>
                <a:path w="9784080" h="1079500">
                  <a:moveTo>
                    <a:pt x="3246120" y="535051"/>
                  </a:moveTo>
                  <a:lnTo>
                    <a:pt x="3243933" y="486346"/>
                  </a:lnTo>
                  <a:lnTo>
                    <a:pt x="3237500" y="438867"/>
                  </a:lnTo>
                  <a:lnTo>
                    <a:pt x="3227010" y="392803"/>
                  </a:lnTo>
                  <a:lnTo>
                    <a:pt x="3212650" y="348342"/>
                  </a:lnTo>
                  <a:lnTo>
                    <a:pt x="3194611" y="305674"/>
                  </a:lnTo>
                  <a:lnTo>
                    <a:pt x="3173080" y="264987"/>
                  </a:lnTo>
                  <a:lnTo>
                    <a:pt x="3148248" y="226470"/>
                  </a:lnTo>
                  <a:lnTo>
                    <a:pt x="3120303" y="190312"/>
                  </a:lnTo>
                  <a:lnTo>
                    <a:pt x="3089433" y="156702"/>
                  </a:lnTo>
                  <a:lnTo>
                    <a:pt x="3055829" y="125827"/>
                  </a:lnTo>
                  <a:lnTo>
                    <a:pt x="3019678" y="97878"/>
                  </a:lnTo>
                  <a:lnTo>
                    <a:pt x="2981169" y="73043"/>
                  </a:lnTo>
                  <a:lnTo>
                    <a:pt x="2940493" y="51511"/>
                  </a:lnTo>
                  <a:lnTo>
                    <a:pt x="2897836" y="33470"/>
                  </a:lnTo>
                  <a:lnTo>
                    <a:pt x="2853390" y="19110"/>
                  </a:lnTo>
                  <a:lnTo>
                    <a:pt x="2807341" y="8619"/>
                  </a:lnTo>
                  <a:lnTo>
                    <a:pt x="2759880" y="2186"/>
                  </a:lnTo>
                  <a:lnTo>
                    <a:pt x="2711196" y="0"/>
                  </a:lnTo>
                  <a:lnTo>
                    <a:pt x="2662511" y="2186"/>
                  </a:lnTo>
                  <a:lnTo>
                    <a:pt x="2615050" y="8619"/>
                  </a:lnTo>
                  <a:lnTo>
                    <a:pt x="2569001" y="19110"/>
                  </a:lnTo>
                  <a:lnTo>
                    <a:pt x="2524555" y="33470"/>
                  </a:lnTo>
                  <a:lnTo>
                    <a:pt x="2481898" y="51511"/>
                  </a:lnTo>
                  <a:lnTo>
                    <a:pt x="2441222" y="73043"/>
                  </a:lnTo>
                  <a:lnTo>
                    <a:pt x="2402713" y="97878"/>
                  </a:lnTo>
                  <a:lnTo>
                    <a:pt x="2366562" y="125827"/>
                  </a:lnTo>
                  <a:lnTo>
                    <a:pt x="2332958" y="156702"/>
                  </a:lnTo>
                  <a:lnTo>
                    <a:pt x="2302088" y="190312"/>
                  </a:lnTo>
                  <a:lnTo>
                    <a:pt x="2274143" y="226470"/>
                  </a:lnTo>
                  <a:lnTo>
                    <a:pt x="2249311" y="264987"/>
                  </a:lnTo>
                  <a:lnTo>
                    <a:pt x="2227780" y="305674"/>
                  </a:lnTo>
                  <a:lnTo>
                    <a:pt x="2209741" y="348342"/>
                  </a:lnTo>
                  <a:lnTo>
                    <a:pt x="2195381" y="392803"/>
                  </a:lnTo>
                  <a:lnTo>
                    <a:pt x="2184891" y="438867"/>
                  </a:lnTo>
                  <a:lnTo>
                    <a:pt x="2178458" y="486346"/>
                  </a:lnTo>
                  <a:lnTo>
                    <a:pt x="2176272" y="535051"/>
                  </a:lnTo>
                  <a:lnTo>
                    <a:pt x="2178458" y="583736"/>
                  </a:lnTo>
                  <a:lnTo>
                    <a:pt x="2184891" y="631201"/>
                  </a:lnTo>
                  <a:lnTo>
                    <a:pt x="2195381" y="677254"/>
                  </a:lnTo>
                  <a:lnTo>
                    <a:pt x="2209741" y="721707"/>
                  </a:lnTo>
                  <a:lnTo>
                    <a:pt x="2227780" y="764372"/>
                  </a:lnTo>
                  <a:lnTo>
                    <a:pt x="2249311" y="805057"/>
                  </a:lnTo>
                  <a:lnTo>
                    <a:pt x="2274143" y="843575"/>
                  </a:lnTo>
                  <a:lnTo>
                    <a:pt x="2302088" y="879737"/>
                  </a:lnTo>
                  <a:lnTo>
                    <a:pt x="2332958" y="913352"/>
                  </a:lnTo>
                  <a:lnTo>
                    <a:pt x="2366562" y="944232"/>
                  </a:lnTo>
                  <a:lnTo>
                    <a:pt x="2402713" y="972187"/>
                  </a:lnTo>
                  <a:lnTo>
                    <a:pt x="2441222" y="997029"/>
                  </a:lnTo>
                  <a:lnTo>
                    <a:pt x="2481898" y="1018569"/>
                  </a:lnTo>
                  <a:lnTo>
                    <a:pt x="2524555" y="1036616"/>
                  </a:lnTo>
                  <a:lnTo>
                    <a:pt x="2569001" y="1050982"/>
                  </a:lnTo>
                  <a:lnTo>
                    <a:pt x="2615050" y="1061478"/>
                  </a:lnTo>
                  <a:lnTo>
                    <a:pt x="2662511" y="1067914"/>
                  </a:lnTo>
                  <a:lnTo>
                    <a:pt x="2711196" y="1070102"/>
                  </a:lnTo>
                  <a:lnTo>
                    <a:pt x="2759880" y="1067914"/>
                  </a:lnTo>
                  <a:lnTo>
                    <a:pt x="2807341" y="1061478"/>
                  </a:lnTo>
                  <a:lnTo>
                    <a:pt x="2853390" y="1050982"/>
                  </a:lnTo>
                  <a:lnTo>
                    <a:pt x="2897836" y="1036616"/>
                  </a:lnTo>
                  <a:lnTo>
                    <a:pt x="2940493" y="1018569"/>
                  </a:lnTo>
                  <a:lnTo>
                    <a:pt x="2981169" y="997029"/>
                  </a:lnTo>
                  <a:lnTo>
                    <a:pt x="3019678" y="972187"/>
                  </a:lnTo>
                  <a:lnTo>
                    <a:pt x="3055829" y="944232"/>
                  </a:lnTo>
                  <a:lnTo>
                    <a:pt x="3089433" y="913352"/>
                  </a:lnTo>
                  <a:lnTo>
                    <a:pt x="3120303" y="879737"/>
                  </a:lnTo>
                  <a:lnTo>
                    <a:pt x="3148248" y="843575"/>
                  </a:lnTo>
                  <a:lnTo>
                    <a:pt x="3173080" y="805057"/>
                  </a:lnTo>
                  <a:lnTo>
                    <a:pt x="3194611" y="764372"/>
                  </a:lnTo>
                  <a:lnTo>
                    <a:pt x="3212650" y="721707"/>
                  </a:lnTo>
                  <a:lnTo>
                    <a:pt x="3227010" y="677254"/>
                  </a:lnTo>
                  <a:lnTo>
                    <a:pt x="3237500" y="631201"/>
                  </a:lnTo>
                  <a:lnTo>
                    <a:pt x="3243933" y="583736"/>
                  </a:lnTo>
                  <a:lnTo>
                    <a:pt x="3246120" y="535051"/>
                  </a:lnTo>
                  <a:close/>
                </a:path>
                <a:path w="9784080" h="1079500">
                  <a:moveTo>
                    <a:pt x="5422392" y="535051"/>
                  </a:moveTo>
                  <a:lnTo>
                    <a:pt x="5420205" y="486346"/>
                  </a:lnTo>
                  <a:lnTo>
                    <a:pt x="5413772" y="438867"/>
                  </a:lnTo>
                  <a:lnTo>
                    <a:pt x="5403282" y="392803"/>
                  </a:lnTo>
                  <a:lnTo>
                    <a:pt x="5388922" y="348342"/>
                  </a:lnTo>
                  <a:lnTo>
                    <a:pt x="5370883" y="305674"/>
                  </a:lnTo>
                  <a:lnTo>
                    <a:pt x="5349352" y="264987"/>
                  </a:lnTo>
                  <a:lnTo>
                    <a:pt x="5324520" y="226470"/>
                  </a:lnTo>
                  <a:lnTo>
                    <a:pt x="5296575" y="190312"/>
                  </a:lnTo>
                  <a:lnTo>
                    <a:pt x="5265705" y="156702"/>
                  </a:lnTo>
                  <a:lnTo>
                    <a:pt x="5232101" y="125827"/>
                  </a:lnTo>
                  <a:lnTo>
                    <a:pt x="5195950" y="97878"/>
                  </a:lnTo>
                  <a:lnTo>
                    <a:pt x="5157441" y="73043"/>
                  </a:lnTo>
                  <a:lnTo>
                    <a:pt x="5116765" y="51511"/>
                  </a:lnTo>
                  <a:lnTo>
                    <a:pt x="5074108" y="33470"/>
                  </a:lnTo>
                  <a:lnTo>
                    <a:pt x="5029662" y="19110"/>
                  </a:lnTo>
                  <a:lnTo>
                    <a:pt x="4983613" y="8619"/>
                  </a:lnTo>
                  <a:lnTo>
                    <a:pt x="4936152" y="2186"/>
                  </a:lnTo>
                  <a:lnTo>
                    <a:pt x="4887468" y="0"/>
                  </a:lnTo>
                  <a:lnTo>
                    <a:pt x="4838783" y="2186"/>
                  </a:lnTo>
                  <a:lnTo>
                    <a:pt x="4791322" y="8619"/>
                  </a:lnTo>
                  <a:lnTo>
                    <a:pt x="4745273" y="19110"/>
                  </a:lnTo>
                  <a:lnTo>
                    <a:pt x="4700827" y="33470"/>
                  </a:lnTo>
                  <a:lnTo>
                    <a:pt x="4658170" y="51511"/>
                  </a:lnTo>
                  <a:lnTo>
                    <a:pt x="4617494" y="73043"/>
                  </a:lnTo>
                  <a:lnTo>
                    <a:pt x="4578985" y="97878"/>
                  </a:lnTo>
                  <a:lnTo>
                    <a:pt x="4542834" y="125827"/>
                  </a:lnTo>
                  <a:lnTo>
                    <a:pt x="4509230" y="156702"/>
                  </a:lnTo>
                  <a:lnTo>
                    <a:pt x="4478360" y="190312"/>
                  </a:lnTo>
                  <a:lnTo>
                    <a:pt x="4450415" y="226470"/>
                  </a:lnTo>
                  <a:lnTo>
                    <a:pt x="4425583" y="264987"/>
                  </a:lnTo>
                  <a:lnTo>
                    <a:pt x="4404052" y="305674"/>
                  </a:lnTo>
                  <a:lnTo>
                    <a:pt x="4386013" y="348342"/>
                  </a:lnTo>
                  <a:lnTo>
                    <a:pt x="4371653" y="392803"/>
                  </a:lnTo>
                  <a:lnTo>
                    <a:pt x="4361163" y="438867"/>
                  </a:lnTo>
                  <a:lnTo>
                    <a:pt x="4354730" y="486346"/>
                  </a:lnTo>
                  <a:lnTo>
                    <a:pt x="4352544" y="535051"/>
                  </a:lnTo>
                  <a:lnTo>
                    <a:pt x="4354730" y="583736"/>
                  </a:lnTo>
                  <a:lnTo>
                    <a:pt x="4361163" y="631201"/>
                  </a:lnTo>
                  <a:lnTo>
                    <a:pt x="4371653" y="677254"/>
                  </a:lnTo>
                  <a:lnTo>
                    <a:pt x="4386013" y="721707"/>
                  </a:lnTo>
                  <a:lnTo>
                    <a:pt x="4404052" y="764372"/>
                  </a:lnTo>
                  <a:lnTo>
                    <a:pt x="4425583" y="805057"/>
                  </a:lnTo>
                  <a:lnTo>
                    <a:pt x="4450415" y="843575"/>
                  </a:lnTo>
                  <a:lnTo>
                    <a:pt x="4478360" y="879737"/>
                  </a:lnTo>
                  <a:lnTo>
                    <a:pt x="4509230" y="913352"/>
                  </a:lnTo>
                  <a:lnTo>
                    <a:pt x="4542834" y="944232"/>
                  </a:lnTo>
                  <a:lnTo>
                    <a:pt x="4578985" y="972187"/>
                  </a:lnTo>
                  <a:lnTo>
                    <a:pt x="4617494" y="997029"/>
                  </a:lnTo>
                  <a:lnTo>
                    <a:pt x="4658170" y="1018569"/>
                  </a:lnTo>
                  <a:lnTo>
                    <a:pt x="4700827" y="1036616"/>
                  </a:lnTo>
                  <a:lnTo>
                    <a:pt x="4745273" y="1050982"/>
                  </a:lnTo>
                  <a:lnTo>
                    <a:pt x="4791322" y="1061478"/>
                  </a:lnTo>
                  <a:lnTo>
                    <a:pt x="4838783" y="1067914"/>
                  </a:lnTo>
                  <a:lnTo>
                    <a:pt x="4887468" y="1070102"/>
                  </a:lnTo>
                  <a:lnTo>
                    <a:pt x="4936152" y="1067914"/>
                  </a:lnTo>
                  <a:lnTo>
                    <a:pt x="4983613" y="1061478"/>
                  </a:lnTo>
                  <a:lnTo>
                    <a:pt x="5029662" y="1050982"/>
                  </a:lnTo>
                  <a:lnTo>
                    <a:pt x="5074108" y="1036616"/>
                  </a:lnTo>
                  <a:lnTo>
                    <a:pt x="5116765" y="1018569"/>
                  </a:lnTo>
                  <a:lnTo>
                    <a:pt x="5157441" y="997029"/>
                  </a:lnTo>
                  <a:lnTo>
                    <a:pt x="5195950" y="972187"/>
                  </a:lnTo>
                  <a:lnTo>
                    <a:pt x="5232101" y="944232"/>
                  </a:lnTo>
                  <a:lnTo>
                    <a:pt x="5265705" y="913352"/>
                  </a:lnTo>
                  <a:lnTo>
                    <a:pt x="5296575" y="879737"/>
                  </a:lnTo>
                  <a:lnTo>
                    <a:pt x="5324520" y="843575"/>
                  </a:lnTo>
                  <a:lnTo>
                    <a:pt x="5349352" y="805057"/>
                  </a:lnTo>
                  <a:lnTo>
                    <a:pt x="5370883" y="764372"/>
                  </a:lnTo>
                  <a:lnTo>
                    <a:pt x="5388922" y="721707"/>
                  </a:lnTo>
                  <a:lnTo>
                    <a:pt x="5403282" y="677254"/>
                  </a:lnTo>
                  <a:lnTo>
                    <a:pt x="5413772" y="631201"/>
                  </a:lnTo>
                  <a:lnTo>
                    <a:pt x="5420205" y="583736"/>
                  </a:lnTo>
                  <a:lnTo>
                    <a:pt x="5422392" y="535051"/>
                  </a:lnTo>
                  <a:close/>
                </a:path>
                <a:path w="9784080" h="1079500">
                  <a:moveTo>
                    <a:pt x="7571232" y="544195"/>
                  </a:moveTo>
                  <a:lnTo>
                    <a:pt x="7569027" y="495490"/>
                  </a:lnTo>
                  <a:lnTo>
                    <a:pt x="7562539" y="448011"/>
                  </a:lnTo>
                  <a:lnTo>
                    <a:pt x="7551959" y="401947"/>
                  </a:lnTo>
                  <a:lnTo>
                    <a:pt x="7537478" y="357486"/>
                  </a:lnTo>
                  <a:lnTo>
                    <a:pt x="7519285" y="314818"/>
                  </a:lnTo>
                  <a:lnTo>
                    <a:pt x="7497571" y="274131"/>
                  </a:lnTo>
                  <a:lnTo>
                    <a:pt x="7472528" y="235614"/>
                  </a:lnTo>
                  <a:lnTo>
                    <a:pt x="7444344" y="199456"/>
                  </a:lnTo>
                  <a:lnTo>
                    <a:pt x="7413212" y="165846"/>
                  </a:lnTo>
                  <a:lnTo>
                    <a:pt x="7379320" y="134971"/>
                  </a:lnTo>
                  <a:lnTo>
                    <a:pt x="7342861" y="107022"/>
                  </a:lnTo>
                  <a:lnTo>
                    <a:pt x="7304023" y="82187"/>
                  </a:lnTo>
                  <a:lnTo>
                    <a:pt x="7262999" y="60655"/>
                  </a:lnTo>
                  <a:lnTo>
                    <a:pt x="7219978" y="42614"/>
                  </a:lnTo>
                  <a:lnTo>
                    <a:pt x="7175150" y="28254"/>
                  </a:lnTo>
                  <a:lnTo>
                    <a:pt x="7128707" y="17763"/>
                  </a:lnTo>
                  <a:lnTo>
                    <a:pt x="7080839" y="11330"/>
                  </a:lnTo>
                  <a:lnTo>
                    <a:pt x="7031735" y="9144"/>
                  </a:lnTo>
                  <a:lnTo>
                    <a:pt x="6982632" y="11330"/>
                  </a:lnTo>
                  <a:lnTo>
                    <a:pt x="6934764" y="17763"/>
                  </a:lnTo>
                  <a:lnTo>
                    <a:pt x="6888321" y="28254"/>
                  </a:lnTo>
                  <a:lnTo>
                    <a:pt x="6843493" y="42614"/>
                  </a:lnTo>
                  <a:lnTo>
                    <a:pt x="6800472" y="60655"/>
                  </a:lnTo>
                  <a:lnTo>
                    <a:pt x="6759447" y="82187"/>
                  </a:lnTo>
                  <a:lnTo>
                    <a:pt x="6720610" y="107022"/>
                  </a:lnTo>
                  <a:lnTo>
                    <a:pt x="6684151" y="134971"/>
                  </a:lnTo>
                  <a:lnTo>
                    <a:pt x="6650259" y="165846"/>
                  </a:lnTo>
                  <a:lnTo>
                    <a:pt x="6619127" y="199456"/>
                  </a:lnTo>
                  <a:lnTo>
                    <a:pt x="6590943" y="235614"/>
                  </a:lnTo>
                  <a:lnTo>
                    <a:pt x="6565899" y="274131"/>
                  </a:lnTo>
                  <a:lnTo>
                    <a:pt x="6544186" y="314818"/>
                  </a:lnTo>
                  <a:lnTo>
                    <a:pt x="6525993" y="357486"/>
                  </a:lnTo>
                  <a:lnTo>
                    <a:pt x="6511512" y="401947"/>
                  </a:lnTo>
                  <a:lnTo>
                    <a:pt x="6500932" y="448011"/>
                  </a:lnTo>
                  <a:lnTo>
                    <a:pt x="6494444" y="495490"/>
                  </a:lnTo>
                  <a:lnTo>
                    <a:pt x="6492240" y="544195"/>
                  </a:lnTo>
                  <a:lnTo>
                    <a:pt x="6494444" y="592880"/>
                  </a:lnTo>
                  <a:lnTo>
                    <a:pt x="6500932" y="640345"/>
                  </a:lnTo>
                  <a:lnTo>
                    <a:pt x="6511512" y="686398"/>
                  </a:lnTo>
                  <a:lnTo>
                    <a:pt x="6525993" y="730851"/>
                  </a:lnTo>
                  <a:lnTo>
                    <a:pt x="6544186" y="773516"/>
                  </a:lnTo>
                  <a:lnTo>
                    <a:pt x="6565900" y="814201"/>
                  </a:lnTo>
                  <a:lnTo>
                    <a:pt x="6590943" y="852719"/>
                  </a:lnTo>
                  <a:lnTo>
                    <a:pt x="6619127" y="888881"/>
                  </a:lnTo>
                  <a:lnTo>
                    <a:pt x="6650259" y="922496"/>
                  </a:lnTo>
                  <a:lnTo>
                    <a:pt x="6684151" y="953376"/>
                  </a:lnTo>
                  <a:lnTo>
                    <a:pt x="6720610" y="981331"/>
                  </a:lnTo>
                  <a:lnTo>
                    <a:pt x="6759448" y="1006173"/>
                  </a:lnTo>
                  <a:lnTo>
                    <a:pt x="6800472" y="1027713"/>
                  </a:lnTo>
                  <a:lnTo>
                    <a:pt x="6843493" y="1045760"/>
                  </a:lnTo>
                  <a:lnTo>
                    <a:pt x="6888321" y="1060126"/>
                  </a:lnTo>
                  <a:lnTo>
                    <a:pt x="6934764" y="1070622"/>
                  </a:lnTo>
                  <a:lnTo>
                    <a:pt x="6982632" y="1077058"/>
                  </a:lnTo>
                  <a:lnTo>
                    <a:pt x="7031735" y="1079246"/>
                  </a:lnTo>
                  <a:lnTo>
                    <a:pt x="7080839" y="1077058"/>
                  </a:lnTo>
                  <a:lnTo>
                    <a:pt x="7128707" y="1070622"/>
                  </a:lnTo>
                  <a:lnTo>
                    <a:pt x="7175150" y="1060126"/>
                  </a:lnTo>
                  <a:lnTo>
                    <a:pt x="7219978" y="1045760"/>
                  </a:lnTo>
                  <a:lnTo>
                    <a:pt x="7262999" y="1027713"/>
                  </a:lnTo>
                  <a:lnTo>
                    <a:pt x="7304024" y="1006173"/>
                  </a:lnTo>
                  <a:lnTo>
                    <a:pt x="7342861" y="981331"/>
                  </a:lnTo>
                  <a:lnTo>
                    <a:pt x="7379320" y="953376"/>
                  </a:lnTo>
                  <a:lnTo>
                    <a:pt x="7413212" y="922496"/>
                  </a:lnTo>
                  <a:lnTo>
                    <a:pt x="7444344" y="888881"/>
                  </a:lnTo>
                  <a:lnTo>
                    <a:pt x="7472528" y="852719"/>
                  </a:lnTo>
                  <a:lnTo>
                    <a:pt x="7497572" y="814201"/>
                  </a:lnTo>
                  <a:lnTo>
                    <a:pt x="7519285" y="773516"/>
                  </a:lnTo>
                  <a:lnTo>
                    <a:pt x="7537478" y="730851"/>
                  </a:lnTo>
                  <a:lnTo>
                    <a:pt x="7551959" y="686398"/>
                  </a:lnTo>
                  <a:lnTo>
                    <a:pt x="7562539" y="640345"/>
                  </a:lnTo>
                  <a:lnTo>
                    <a:pt x="7569027" y="592880"/>
                  </a:lnTo>
                  <a:lnTo>
                    <a:pt x="7571232" y="544195"/>
                  </a:lnTo>
                  <a:close/>
                </a:path>
                <a:path w="9784080" h="1079500">
                  <a:moveTo>
                    <a:pt x="9784080" y="535051"/>
                  </a:moveTo>
                  <a:lnTo>
                    <a:pt x="9781893" y="486346"/>
                  </a:lnTo>
                  <a:lnTo>
                    <a:pt x="9775460" y="438867"/>
                  </a:lnTo>
                  <a:lnTo>
                    <a:pt x="9764970" y="392803"/>
                  </a:lnTo>
                  <a:lnTo>
                    <a:pt x="9750610" y="348342"/>
                  </a:lnTo>
                  <a:lnTo>
                    <a:pt x="9732571" y="305674"/>
                  </a:lnTo>
                  <a:lnTo>
                    <a:pt x="9711040" y="264987"/>
                  </a:lnTo>
                  <a:lnTo>
                    <a:pt x="9686208" y="226470"/>
                  </a:lnTo>
                  <a:lnTo>
                    <a:pt x="9658263" y="190312"/>
                  </a:lnTo>
                  <a:lnTo>
                    <a:pt x="9627393" y="156702"/>
                  </a:lnTo>
                  <a:lnTo>
                    <a:pt x="9593789" y="125827"/>
                  </a:lnTo>
                  <a:lnTo>
                    <a:pt x="9557638" y="97878"/>
                  </a:lnTo>
                  <a:lnTo>
                    <a:pt x="9519129" y="73043"/>
                  </a:lnTo>
                  <a:lnTo>
                    <a:pt x="9478453" y="51511"/>
                  </a:lnTo>
                  <a:lnTo>
                    <a:pt x="9435796" y="33470"/>
                  </a:lnTo>
                  <a:lnTo>
                    <a:pt x="9391350" y="19110"/>
                  </a:lnTo>
                  <a:lnTo>
                    <a:pt x="9345301" y="8619"/>
                  </a:lnTo>
                  <a:lnTo>
                    <a:pt x="9297840" y="2186"/>
                  </a:lnTo>
                  <a:lnTo>
                    <a:pt x="9249156" y="0"/>
                  </a:lnTo>
                  <a:lnTo>
                    <a:pt x="9200471" y="2186"/>
                  </a:lnTo>
                  <a:lnTo>
                    <a:pt x="9153010" y="8619"/>
                  </a:lnTo>
                  <a:lnTo>
                    <a:pt x="9106961" y="19110"/>
                  </a:lnTo>
                  <a:lnTo>
                    <a:pt x="9062515" y="33470"/>
                  </a:lnTo>
                  <a:lnTo>
                    <a:pt x="9019858" y="51511"/>
                  </a:lnTo>
                  <a:lnTo>
                    <a:pt x="8979182" y="73043"/>
                  </a:lnTo>
                  <a:lnTo>
                    <a:pt x="8940673" y="97878"/>
                  </a:lnTo>
                  <a:lnTo>
                    <a:pt x="8904522" y="125827"/>
                  </a:lnTo>
                  <a:lnTo>
                    <a:pt x="8870918" y="156702"/>
                  </a:lnTo>
                  <a:lnTo>
                    <a:pt x="8840048" y="190312"/>
                  </a:lnTo>
                  <a:lnTo>
                    <a:pt x="8812103" y="226470"/>
                  </a:lnTo>
                  <a:lnTo>
                    <a:pt x="8787271" y="264987"/>
                  </a:lnTo>
                  <a:lnTo>
                    <a:pt x="8765740" y="305674"/>
                  </a:lnTo>
                  <a:lnTo>
                    <a:pt x="8747701" y="348342"/>
                  </a:lnTo>
                  <a:lnTo>
                    <a:pt x="8733341" y="392803"/>
                  </a:lnTo>
                  <a:lnTo>
                    <a:pt x="8722851" y="438867"/>
                  </a:lnTo>
                  <a:lnTo>
                    <a:pt x="8716418" y="486346"/>
                  </a:lnTo>
                  <a:lnTo>
                    <a:pt x="8714232" y="535051"/>
                  </a:lnTo>
                  <a:lnTo>
                    <a:pt x="8716418" y="583736"/>
                  </a:lnTo>
                  <a:lnTo>
                    <a:pt x="8722851" y="631201"/>
                  </a:lnTo>
                  <a:lnTo>
                    <a:pt x="8733341" y="677254"/>
                  </a:lnTo>
                  <a:lnTo>
                    <a:pt x="8747701" y="721707"/>
                  </a:lnTo>
                  <a:lnTo>
                    <a:pt x="8765740" y="764372"/>
                  </a:lnTo>
                  <a:lnTo>
                    <a:pt x="8787271" y="805057"/>
                  </a:lnTo>
                  <a:lnTo>
                    <a:pt x="8812103" y="843575"/>
                  </a:lnTo>
                  <a:lnTo>
                    <a:pt x="8840048" y="879737"/>
                  </a:lnTo>
                  <a:lnTo>
                    <a:pt x="8870918" y="913352"/>
                  </a:lnTo>
                  <a:lnTo>
                    <a:pt x="8904522" y="944232"/>
                  </a:lnTo>
                  <a:lnTo>
                    <a:pt x="8940673" y="972187"/>
                  </a:lnTo>
                  <a:lnTo>
                    <a:pt x="8979182" y="997029"/>
                  </a:lnTo>
                  <a:lnTo>
                    <a:pt x="9019858" y="1018569"/>
                  </a:lnTo>
                  <a:lnTo>
                    <a:pt x="9062515" y="1036616"/>
                  </a:lnTo>
                  <a:lnTo>
                    <a:pt x="9106961" y="1050982"/>
                  </a:lnTo>
                  <a:lnTo>
                    <a:pt x="9153010" y="1061478"/>
                  </a:lnTo>
                  <a:lnTo>
                    <a:pt x="9200471" y="1067914"/>
                  </a:lnTo>
                  <a:lnTo>
                    <a:pt x="9249156" y="1070102"/>
                  </a:lnTo>
                  <a:lnTo>
                    <a:pt x="9297840" y="1067914"/>
                  </a:lnTo>
                  <a:lnTo>
                    <a:pt x="9345301" y="1061478"/>
                  </a:lnTo>
                  <a:lnTo>
                    <a:pt x="9391350" y="1050982"/>
                  </a:lnTo>
                  <a:lnTo>
                    <a:pt x="9435796" y="1036616"/>
                  </a:lnTo>
                  <a:lnTo>
                    <a:pt x="9478453" y="1018569"/>
                  </a:lnTo>
                  <a:lnTo>
                    <a:pt x="9519129" y="997029"/>
                  </a:lnTo>
                  <a:lnTo>
                    <a:pt x="9557638" y="972187"/>
                  </a:lnTo>
                  <a:lnTo>
                    <a:pt x="9593789" y="944232"/>
                  </a:lnTo>
                  <a:lnTo>
                    <a:pt x="9627393" y="913352"/>
                  </a:lnTo>
                  <a:lnTo>
                    <a:pt x="9658263" y="879737"/>
                  </a:lnTo>
                  <a:lnTo>
                    <a:pt x="9686208" y="843575"/>
                  </a:lnTo>
                  <a:lnTo>
                    <a:pt x="9711040" y="805057"/>
                  </a:lnTo>
                  <a:lnTo>
                    <a:pt x="9732571" y="764372"/>
                  </a:lnTo>
                  <a:lnTo>
                    <a:pt x="9750610" y="721707"/>
                  </a:lnTo>
                  <a:lnTo>
                    <a:pt x="9764970" y="677254"/>
                  </a:lnTo>
                  <a:lnTo>
                    <a:pt x="9775460" y="631201"/>
                  </a:lnTo>
                  <a:lnTo>
                    <a:pt x="9781893" y="583736"/>
                  </a:lnTo>
                  <a:lnTo>
                    <a:pt x="9784080" y="535051"/>
                  </a:lnTo>
                  <a:close/>
                </a:path>
              </a:pathLst>
            </a:custGeom>
            <a:ln w="12700">
              <a:solidFill>
                <a:srgbClr val="FFFFFF"/>
              </a:solidFill>
            </a:ln>
          </p:spPr>
          <p:txBody>
            <a:bodyPr wrap="square" lIns="0" tIns="0" rIns="0" bIns="0" rtlCol="0"/>
            <a:lstStyle/>
            <a:p>
              <a:endParaRPr/>
            </a:p>
          </p:txBody>
        </p:sp>
        <p:pic>
          <p:nvPicPr>
            <p:cNvPr id="32" name="object 13">
              <a:extLst>
                <a:ext uri="{FF2B5EF4-FFF2-40B4-BE49-F238E27FC236}">
                  <a16:creationId xmlns:a16="http://schemas.microsoft.com/office/drawing/2014/main" id="{E03AACF9-3AB3-FA0A-6A21-B85B70D5D950}"/>
                </a:ext>
              </a:extLst>
            </p:cNvPr>
            <p:cNvPicPr/>
            <p:nvPr/>
          </p:nvPicPr>
          <p:blipFill>
            <a:blip r:embed="rId3" cstate="print"/>
            <a:stretch>
              <a:fillRect/>
            </a:stretch>
          </p:blipFill>
          <p:spPr>
            <a:xfrm>
              <a:off x="1581911" y="2981655"/>
              <a:ext cx="713232" cy="713409"/>
            </a:xfrm>
            <a:prstGeom prst="rect">
              <a:avLst/>
            </a:prstGeom>
          </p:spPr>
        </p:pic>
        <p:pic>
          <p:nvPicPr>
            <p:cNvPr id="33" name="object 14">
              <a:extLst>
                <a:ext uri="{FF2B5EF4-FFF2-40B4-BE49-F238E27FC236}">
                  <a16:creationId xmlns:a16="http://schemas.microsoft.com/office/drawing/2014/main" id="{0603A534-0CA0-AB8F-D2E9-46904FFD2EDA}"/>
                </a:ext>
              </a:extLst>
            </p:cNvPr>
            <p:cNvPicPr/>
            <p:nvPr/>
          </p:nvPicPr>
          <p:blipFill>
            <a:blip r:embed="rId4" cstate="print"/>
            <a:stretch>
              <a:fillRect/>
            </a:stretch>
          </p:blipFill>
          <p:spPr>
            <a:xfrm>
              <a:off x="3803904" y="3009112"/>
              <a:ext cx="621791" cy="621944"/>
            </a:xfrm>
            <a:prstGeom prst="rect">
              <a:avLst/>
            </a:prstGeom>
          </p:spPr>
        </p:pic>
        <p:pic>
          <p:nvPicPr>
            <p:cNvPr id="34" name="object 15">
              <a:extLst>
                <a:ext uri="{FF2B5EF4-FFF2-40B4-BE49-F238E27FC236}">
                  <a16:creationId xmlns:a16="http://schemas.microsoft.com/office/drawing/2014/main" id="{37EA1779-36F2-EC64-BEA7-29A0BA777843}"/>
                </a:ext>
              </a:extLst>
            </p:cNvPr>
            <p:cNvPicPr/>
            <p:nvPr/>
          </p:nvPicPr>
          <p:blipFill>
            <a:blip r:embed="rId5" cstate="print"/>
            <a:stretch>
              <a:fillRect/>
            </a:stretch>
          </p:blipFill>
          <p:spPr>
            <a:xfrm>
              <a:off x="5998464" y="3027400"/>
              <a:ext cx="621791" cy="621944"/>
            </a:xfrm>
            <a:prstGeom prst="rect">
              <a:avLst/>
            </a:prstGeom>
          </p:spPr>
        </p:pic>
        <p:pic>
          <p:nvPicPr>
            <p:cNvPr id="35" name="object 16">
              <a:extLst>
                <a:ext uri="{FF2B5EF4-FFF2-40B4-BE49-F238E27FC236}">
                  <a16:creationId xmlns:a16="http://schemas.microsoft.com/office/drawing/2014/main" id="{8E8FD428-1472-14DE-889E-174D9E6D9DA4}"/>
                </a:ext>
              </a:extLst>
            </p:cNvPr>
            <p:cNvPicPr/>
            <p:nvPr/>
          </p:nvPicPr>
          <p:blipFill>
            <a:blip r:embed="rId6" cstate="print"/>
            <a:stretch>
              <a:fillRect/>
            </a:stretch>
          </p:blipFill>
          <p:spPr>
            <a:xfrm>
              <a:off x="8147304" y="3009112"/>
              <a:ext cx="621792" cy="621944"/>
            </a:xfrm>
            <a:prstGeom prst="rect">
              <a:avLst/>
            </a:prstGeom>
          </p:spPr>
        </p:pic>
        <p:pic>
          <p:nvPicPr>
            <p:cNvPr id="36" name="object 17">
              <a:extLst>
                <a:ext uri="{FF2B5EF4-FFF2-40B4-BE49-F238E27FC236}">
                  <a16:creationId xmlns:a16="http://schemas.microsoft.com/office/drawing/2014/main" id="{55074030-F3DB-0C71-EDCE-7347699F5046}"/>
                </a:ext>
              </a:extLst>
            </p:cNvPr>
            <p:cNvPicPr/>
            <p:nvPr/>
          </p:nvPicPr>
          <p:blipFill>
            <a:blip r:embed="rId7" cstate="print"/>
            <a:stretch>
              <a:fillRect/>
            </a:stretch>
          </p:blipFill>
          <p:spPr>
            <a:xfrm>
              <a:off x="10341864" y="3018256"/>
              <a:ext cx="621792" cy="621944"/>
            </a:xfrm>
            <a:prstGeom prst="rect">
              <a:avLst/>
            </a:prstGeom>
          </p:spPr>
        </p:pic>
      </p:grpSp>
      <p:sp>
        <p:nvSpPr>
          <p:cNvPr id="37" name="object 25">
            <a:extLst>
              <a:ext uri="{FF2B5EF4-FFF2-40B4-BE49-F238E27FC236}">
                <a16:creationId xmlns:a16="http://schemas.microsoft.com/office/drawing/2014/main" id="{2452E106-3114-6A94-BA6D-20559DA1D350}"/>
              </a:ext>
            </a:extLst>
          </p:cNvPr>
          <p:cNvSpPr txBox="1"/>
          <p:nvPr/>
        </p:nvSpPr>
        <p:spPr>
          <a:xfrm>
            <a:off x="691607" y="4122399"/>
            <a:ext cx="798830" cy="949325"/>
          </a:xfrm>
          <a:prstGeom prst="rect">
            <a:avLst/>
          </a:prstGeom>
        </p:spPr>
        <p:txBody>
          <a:bodyPr vert="horz" wrap="square" lIns="0" tIns="16510" rIns="0" bIns="0" rtlCol="0">
            <a:spAutoFit/>
          </a:bodyPr>
          <a:lstStyle/>
          <a:p>
            <a:pPr marL="12700">
              <a:lnSpc>
                <a:spcPct val="100000"/>
              </a:lnSpc>
              <a:spcBef>
                <a:spcPts val="130"/>
              </a:spcBef>
            </a:pPr>
            <a:r>
              <a:rPr sz="2350" b="1" spc="-229" dirty="0">
                <a:latin typeface="Arial"/>
                <a:cs typeface="Arial"/>
              </a:rPr>
              <a:t>Step</a:t>
            </a:r>
            <a:r>
              <a:rPr sz="2350" b="1" spc="-30" dirty="0">
                <a:latin typeface="Arial"/>
                <a:cs typeface="Arial"/>
              </a:rPr>
              <a:t> </a:t>
            </a:r>
            <a:r>
              <a:rPr sz="2350" b="1" spc="-60" dirty="0">
                <a:latin typeface="Arial"/>
                <a:cs typeface="Arial"/>
              </a:rPr>
              <a:t>1</a:t>
            </a:r>
            <a:endParaRPr sz="2350" dirty="0">
              <a:latin typeface="Arial"/>
              <a:cs typeface="Arial"/>
            </a:endParaRPr>
          </a:p>
          <a:p>
            <a:pPr marL="12700" marR="13335">
              <a:lnSpc>
                <a:spcPct val="102299"/>
              </a:lnSpc>
              <a:spcBef>
                <a:spcPts val="1100"/>
              </a:spcBef>
            </a:pPr>
            <a:r>
              <a:rPr sz="1350" dirty="0">
                <a:latin typeface="Segoe UI Light"/>
                <a:cs typeface="Segoe UI Light"/>
              </a:rPr>
              <a:t>Define</a:t>
            </a:r>
            <a:r>
              <a:rPr sz="1350" spc="130" dirty="0">
                <a:latin typeface="Segoe UI Light"/>
                <a:cs typeface="Segoe UI Light"/>
              </a:rPr>
              <a:t> </a:t>
            </a:r>
            <a:r>
              <a:rPr sz="1350" spc="-25" dirty="0">
                <a:latin typeface="Segoe UI Light"/>
                <a:cs typeface="Segoe UI Light"/>
              </a:rPr>
              <a:t>the </a:t>
            </a:r>
            <a:r>
              <a:rPr sz="1350" spc="-10" dirty="0">
                <a:latin typeface="Segoe UI Light"/>
                <a:cs typeface="Segoe UI Light"/>
              </a:rPr>
              <a:t>Question</a:t>
            </a:r>
            <a:endParaRPr sz="1350" dirty="0">
              <a:latin typeface="Segoe UI Light"/>
              <a:cs typeface="Segoe UI Light"/>
            </a:endParaRPr>
          </a:p>
        </p:txBody>
      </p:sp>
      <p:sp>
        <p:nvSpPr>
          <p:cNvPr id="38" name="object 26">
            <a:extLst>
              <a:ext uri="{FF2B5EF4-FFF2-40B4-BE49-F238E27FC236}">
                <a16:creationId xmlns:a16="http://schemas.microsoft.com/office/drawing/2014/main" id="{6F6C6BE0-F901-587B-8C86-2EB6ED573122}"/>
              </a:ext>
            </a:extLst>
          </p:cNvPr>
          <p:cNvSpPr txBox="1"/>
          <p:nvPr/>
        </p:nvSpPr>
        <p:spPr>
          <a:xfrm>
            <a:off x="2806219" y="4118907"/>
            <a:ext cx="1188720" cy="738505"/>
          </a:xfrm>
          <a:prstGeom prst="rect">
            <a:avLst/>
          </a:prstGeom>
        </p:spPr>
        <p:txBody>
          <a:bodyPr vert="horz" wrap="square" lIns="0" tIns="16510" rIns="0" bIns="0" rtlCol="0">
            <a:spAutoFit/>
          </a:bodyPr>
          <a:lstStyle/>
          <a:p>
            <a:pPr marL="12700">
              <a:lnSpc>
                <a:spcPct val="100000"/>
              </a:lnSpc>
              <a:spcBef>
                <a:spcPts val="130"/>
              </a:spcBef>
            </a:pPr>
            <a:r>
              <a:rPr sz="2350" b="1" spc="-235" dirty="0">
                <a:latin typeface="Arial"/>
                <a:cs typeface="Arial"/>
              </a:rPr>
              <a:t>Step</a:t>
            </a:r>
            <a:r>
              <a:rPr sz="2350" b="1" spc="-20" dirty="0">
                <a:latin typeface="Arial"/>
                <a:cs typeface="Arial"/>
              </a:rPr>
              <a:t> </a:t>
            </a:r>
            <a:r>
              <a:rPr sz="2350" b="1" spc="-50" dirty="0">
                <a:latin typeface="Arial"/>
                <a:cs typeface="Arial"/>
              </a:rPr>
              <a:t>2</a:t>
            </a:r>
            <a:endParaRPr sz="2350" dirty="0">
              <a:latin typeface="Arial"/>
              <a:cs typeface="Arial"/>
            </a:endParaRPr>
          </a:p>
          <a:p>
            <a:pPr marL="12700">
              <a:lnSpc>
                <a:spcPct val="100000"/>
              </a:lnSpc>
              <a:spcBef>
                <a:spcPts val="1135"/>
              </a:spcBef>
            </a:pPr>
            <a:r>
              <a:rPr sz="1350" dirty="0">
                <a:latin typeface="Segoe UI Light"/>
                <a:cs typeface="Segoe UI Light"/>
              </a:rPr>
              <a:t>Collect</a:t>
            </a:r>
            <a:r>
              <a:rPr sz="1350" spc="125" dirty="0">
                <a:latin typeface="Segoe UI Light"/>
                <a:cs typeface="Segoe UI Light"/>
              </a:rPr>
              <a:t> </a:t>
            </a:r>
            <a:r>
              <a:rPr sz="1350" dirty="0">
                <a:latin typeface="Segoe UI Light"/>
                <a:cs typeface="Segoe UI Light"/>
              </a:rPr>
              <a:t>the</a:t>
            </a:r>
            <a:r>
              <a:rPr sz="1350" spc="60" dirty="0">
                <a:latin typeface="Segoe UI Light"/>
                <a:cs typeface="Segoe UI Light"/>
              </a:rPr>
              <a:t> </a:t>
            </a:r>
            <a:r>
              <a:rPr sz="1350" spc="-20" dirty="0">
                <a:latin typeface="Segoe UI Light"/>
                <a:cs typeface="Segoe UI Light"/>
              </a:rPr>
              <a:t>data</a:t>
            </a:r>
            <a:endParaRPr sz="1350" dirty="0">
              <a:latin typeface="Segoe UI Light"/>
              <a:cs typeface="Segoe UI Light"/>
            </a:endParaRPr>
          </a:p>
        </p:txBody>
      </p:sp>
      <p:sp>
        <p:nvSpPr>
          <p:cNvPr id="39" name="object 27">
            <a:extLst>
              <a:ext uri="{FF2B5EF4-FFF2-40B4-BE49-F238E27FC236}">
                <a16:creationId xmlns:a16="http://schemas.microsoft.com/office/drawing/2014/main" id="{74B77D01-D677-2F81-3305-A9F0EB1B5F0D}"/>
              </a:ext>
            </a:extLst>
          </p:cNvPr>
          <p:cNvSpPr txBox="1"/>
          <p:nvPr/>
        </p:nvSpPr>
        <p:spPr>
          <a:xfrm>
            <a:off x="5084318" y="4127680"/>
            <a:ext cx="1109345" cy="738505"/>
          </a:xfrm>
          <a:prstGeom prst="rect">
            <a:avLst/>
          </a:prstGeom>
        </p:spPr>
        <p:txBody>
          <a:bodyPr vert="horz" wrap="square" lIns="0" tIns="16510" rIns="0" bIns="0" rtlCol="0">
            <a:spAutoFit/>
          </a:bodyPr>
          <a:lstStyle/>
          <a:p>
            <a:pPr marL="12700">
              <a:lnSpc>
                <a:spcPct val="100000"/>
              </a:lnSpc>
              <a:spcBef>
                <a:spcPts val="130"/>
              </a:spcBef>
            </a:pPr>
            <a:r>
              <a:rPr sz="2350" b="1" spc="-229" dirty="0">
                <a:latin typeface="Arial"/>
                <a:cs typeface="Arial"/>
              </a:rPr>
              <a:t>Step</a:t>
            </a:r>
            <a:r>
              <a:rPr sz="2350" b="1" spc="-30" dirty="0">
                <a:latin typeface="Arial"/>
                <a:cs typeface="Arial"/>
              </a:rPr>
              <a:t> </a:t>
            </a:r>
            <a:r>
              <a:rPr sz="2350" b="1" spc="-60" dirty="0">
                <a:latin typeface="Arial"/>
                <a:cs typeface="Arial"/>
              </a:rPr>
              <a:t>3</a:t>
            </a:r>
            <a:endParaRPr sz="2350" dirty="0">
              <a:latin typeface="Arial"/>
              <a:cs typeface="Arial"/>
            </a:endParaRPr>
          </a:p>
          <a:p>
            <a:pPr marL="12700">
              <a:lnSpc>
                <a:spcPct val="100000"/>
              </a:lnSpc>
              <a:spcBef>
                <a:spcPts val="1135"/>
              </a:spcBef>
            </a:pPr>
            <a:r>
              <a:rPr sz="1350" dirty="0">
                <a:latin typeface="Segoe UI Light"/>
                <a:cs typeface="Segoe UI Light"/>
              </a:rPr>
              <a:t>Clean</a:t>
            </a:r>
            <a:r>
              <a:rPr sz="1350" spc="75" dirty="0">
                <a:latin typeface="Segoe UI Light"/>
                <a:cs typeface="Segoe UI Light"/>
              </a:rPr>
              <a:t> </a:t>
            </a:r>
            <a:r>
              <a:rPr sz="1350" dirty="0">
                <a:latin typeface="Segoe UI Light"/>
                <a:cs typeface="Segoe UI Light"/>
              </a:rPr>
              <a:t>the</a:t>
            </a:r>
            <a:r>
              <a:rPr sz="1350" spc="114" dirty="0">
                <a:latin typeface="Segoe UI Light"/>
                <a:cs typeface="Segoe UI Light"/>
              </a:rPr>
              <a:t> </a:t>
            </a:r>
            <a:r>
              <a:rPr sz="1350" spc="-20" dirty="0">
                <a:latin typeface="Segoe UI Light"/>
                <a:cs typeface="Segoe UI Light"/>
              </a:rPr>
              <a:t>data</a:t>
            </a:r>
            <a:endParaRPr sz="1350" dirty="0">
              <a:latin typeface="Segoe UI Light"/>
              <a:cs typeface="Segoe UI Light"/>
            </a:endParaRPr>
          </a:p>
        </p:txBody>
      </p:sp>
      <p:sp>
        <p:nvSpPr>
          <p:cNvPr id="40" name="object 28">
            <a:extLst>
              <a:ext uri="{FF2B5EF4-FFF2-40B4-BE49-F238E27FC236}">
                <a16:creationId xmlns:a16="http://schemas.microsoft.com/office/drawing/2014/main" id="{55ED80FD-CCC1-7B69-3783-A756573D1E2E}"/>
              </a:ext>
            </a:extLst>
          </p:cNvPr>
          <p:cNvSpPr txBox="1"/>
          <p:nvPr/>
        </p:nvSpPr>
        <p:spPr>
          <a:xfrm>
            <a:off x="7144002" y="4090547"/>
            <a:ext cx="889635" cy="949325"/>
          </a:xfrm>
          <a:prstGeom prst="rect">
            <a:avLst/>
          </a:prstGeom>
        </p:spPr>
        <p:txBody>
          <a:bodyPr vert="horz" wrap="square" lIns="0" tIns="16510" rIns="0" bIns="0" rtlCol="0">
            <a:spAutoFit/>
          </a:bodyPr>
          <a:lstStyle/>
          <a:p>
            <a:pPr marL="12700">
              <a:lnSpc>
                <a:spcPct val="100000"/>
              </a:lnSpc>
              <a:spcBef>
                <a:spcPts val="130"/>
              </a:spcBef>
            </a:pPr>
            <a:r>
              <a:rPr sz="2350" b="1" spc="-235" dirty="0">
                <a:latin typeface="Arial"/>
                <a:cs typeface="Arial"/>
              </a:rPr>
              <a:t>Step</a:t>
            </a:r>
            <a:r>
              <a:rPr sz="2350" b="1" spc="-20" dirty="0">
                <a:latin typeface="Arial"/>
                <a:cs typeface="Arial"/>
              </a:rPr>
              <a:t> </a:t>
            </a:r>
            <a:r>
              <a:rPr sz="2350" b="1" spc="-50" dirty="0">
                <a:latin typeface="Arial"/>
                <a:cs typeface="Arial"/>
              </a:rPr>
              <a:t>4</a:t>
            </a:r>
            <a:endParaRPr sz="2350" dirty="0">
              <a:latin typeface="Arial"/>
              <a:cs typeface="Arial"/>
            </a:endParaRPr>
          </a:p>
          <a:p>
            <a:pPr marL="12700" marR="5080">
              <a:lnSpc>
                <a:spcPct val="102299"/>
              </a:lnSpc>
              <a:spcBef>
                <a:spcPts val="1100"/>
              </a:spcBef>
            </a:pPr>
            <a:r>
              <a:rPr sz="1350" dirty="0">
                <a:latin typeface="Segoe UI Light"/>
                <a:cs typeface="Segoe UI Light"/>
              </a:rPr>
              <a:t>Analyze</a:t>
            </a:r>
            <a:r>
              <a:rPr sz="1350" spc="114" dirty="0">
                <a:latin typeface="Segoe UI Light"/>
                <a:cs typeface="Segoe UI Light"/>
              </a:rPr>
              <a:t> </a:t>
            </a:r>
            <a:r>
              <a:rPr sz="1350" spc="-25" dirty="0">
                <a:latin typeface="Segoe UI Light"/>
                <a:cs typeface="Segoe UI Light"/>
              </a:rPr>
              <a:t>the </a:t>
            </a:r>
            <a:r>
              <a:rPr sz="1350" spc="-20" dirty="0">
                <a:latin typeface="Segoe UI Light"/>
                <a:cs typeface="Segoe UI Light"/>
              </a:rPr>
              <a:t>data</a:t>
            </a:r>
            <a:endParaRPr sz="1350" dirty="0">
              <a:latin typeface="Segoe UI Light"/>
              <a:cs typeface="Segoe UI Light"/>
            </a:endParaRPr>
          </a:p>
        </p:txBody>
      </p:sp>
      <p:sp>
        <p:nvSpPr>
          <p:cNvPr id="41" name="object 29">
            <a:extLst>
              <a:ext uri="{FF2B5EF4-FFF2-40B4-BE49-F238E27FC236}">
                <a16:creationId xmlns:a16="http://schemas.microsoft.com/office/drawing/2014/main" id="{2E07B7B0-137A-E697-8323-08B4344D11CC}"/>
              </a:ext>
            </a:extLst>
          </p:cNvPr>
          <p:cNvSpPr txBox="1"/>
          <p:nvPr/>
        </p:nvSpPr>
        <p:spPr>
          <a:xfrm>
            <a:off x="9469087" y="4127680"/>
            <a:ext cx="991869" cy="1169035"/>
          </a:xfrm>
          <a:prstGeom prst="rect">
            <a:avLst/>
          </a:prstGeom>
        </p:spPr>
        <p:txBody>
          <a:bodyPr vert="horz" wrap="square" lIns="0" tIns="16510" rIns="0" bIns="0" rtlCol="0">
            <a:spAutoFit/>
          </a:bodyPr>
          <a:lstStyle/>
          <a:p>
            <a:pPr marL="12700">
              <a:lnSpc>
                <a:spcPct val="100000"/>
              </a:lnSpc>
              <a:spcBef>
                <a:spcPts val="130"/>
              </a:spcBef>
            </a:pPr>
            <a:r>
              <a:rPr sz="2350" b="1" spc="-229" dirty="0">
                <a:latin typeface="Arial"/>
                <a:cs typeface="Arial"/>
              </a:rPr>
              <a:t>Step</a:t>
            </a:r>
            <a:r>
              <a:rPr sz="2350" b="1" spc="-35" dirty="0">
                <a:latin typeface="Arial"/>
                <a:cs typeface="Arial"/>
              </a:rPr>
              <a:t> </a:t>
            </a:r>
            <a:r>
              <a:rPr sz="2350" b="1" spc="-50" dirty="0">
                <a:latin typeface="Arial"/>
                <a:cs typeface="Arial"/>
              </a:rPr>
              <a:t>5</a:t>
            </a:r>
            <a:endParaRPr sz="2350" dirty="0">
              <a:latin typeface="Arial"/>
              <a:cs typeface="Arial"/>
            </a:endParaRPr>
          </a:p>
          <a:p>
            <a:pPr marL="12700" marR="5080">
              <a:lnSpc>
                <a:spcPct val="104600"/>
              </a:lnSpc>
              <a:spcBef>
                <a:spcPts val="1060"/>
              </a:spcBef>
            </a:pPr>
            <a:r>
              <a:rPr sz="1350" dirty="0">
                <a:latin typeface="Segoe UI Light"/>
                <a:cs typeface="Segoe UI Light"/>
              </a:rPr>
              <a:t>Visualize</a:t>
            </a:r>
            <a:r>
              <a:rPr sz="1350" spc="185" dirty="0">
                <a:latin typeface="Segoe UI Light"/>
                <a:cs typeface="Segoe UI Light"/>
              </a:rPr>
              <a:t> </a:t>
            </a:r>
            <a:r>
              <a:rPr sz="1350" spc="-25" dirty="0">
                <a:latin typeface="Segoe UI Light"/>
                <a:cs typeface="Segoe UI Light"/>
              </a:rPr>
              <a:t>and </a:t>
            </a:r>
            <a:r>
              <a:rPr sz="1350" dirty="0">
                <a:latin typeface="Segoe UI Light"/>
                <a:cs typeface="Segoe UI Light"/>
              </a:rPr>
              <a:t>Share</a:t>
            </a:r>
            <a:r>
              <a:rPr sz="1350" spc="85" dirty="0">
                <a:latin typeface="Segoe UI Light"/>
                <a:cs typeface="Segoe UI Light"/>
              </a:rPr>
              <a:t> </a:t>
            </a:r>
            <a:r>
              <a:rPr sz="1350" spc="-25" dirty="0">
                <a:latin typeface="Segoe UI Light"/>
                <a:cs typeface="Segoe UI Light"/>
              </a:rPr>
              <a:t>the </a:t>
            </a:r>
            <a:r>
              <a:rPr sz="1350" spc="-10" dirty="0">
                <a:latin typeface="Segoe UI Light"/>
                <a:cs typeface="Segoe UI Light"/>
              </a:rPr>
              <a:t>Insights</a:t>
            </a:r>
            <a:endParaRPr sz="1350" dirty="0">
              <a:latin typeface="Segoe UI Light"/>
              <a:cs typeface="Segoe UI Light"/>
            </a:endParaRPr>
          </a:p>
        </p:txBody>
      </p:sp>
    </p:spTree>
    <p:extLst>
      <p:ext uri="{BB962C8B-B14F-4D97-AF65-F5344CB8AC3E}">
        <p14:creationId xmlns:p14="http://schemas.microsoft.com/office/powerpoint/2010/main" val="894122935"/>
      </p:ext>
    </p:extLst>
  </p:cSld>
  <p:clrMapOvr>
    <a:masterClrMapping/>
  </p:clrMapOvr>
  <mc:AlternateContent xmlns:mc="http://schemas.openxmlformats.org/markup-compatibility/2006" xmlns:p14="http://schemas.microsoft.com/office/powerpoint/2010/main">
    <mc:Choice Requires="p14">
      <p:transition spd="slow" p14:dur="2000" advTm="3178"/>
    </mc:Choice>
    <mc:Fallback xmlns="">
      <p:transition spd="slow" advTm="317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92DE4DE2-B197-2834-4A07-E2F90B83DD8D}"/>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F54ACBDA-C1AA-5ECE-24B0-86AF78AD2A4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E9C0A785-9786-9A11-F8C4-90160FDBAF31}"/>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01D71BD5-FD51-DE62-39F8-B5247C4B00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D95C5CDD-EC10-B541-D089-FF1D7C0FEBCA}"/>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C1BB3DBC-E233-D2FF-5613-A83F7B80C78D}"/>
              </a:ext>
            </a:extLst>
          </p:cNvPr>
          <p:cNvSpPr txBox="1">
            <a:spLocks/>
          </p:cNvSpPr>
          <p:nvPr/>
        </p:nvSpPr>
        <p:spPr>
          <a:xfrm>
            <a:off x="431872" y="1173377"/>
            <a:ext cx="5816527" cy="50904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b="1" dirty="0">
                <a:latin typeface="Arial" panose="020B0604020202020204" pitchFamily="34" charset="0"/>
                <a:cs typeface="Arial" panose="020B0604020202020204" pitchFamily="34" charset="0"/>
              </a:rPr>
              <a:t>  1. Year wise loan amount statistics :-</a:t>
            </a:r>
          </a:p>
        </p:txBody>
      </p:sp>
      <p:sp>
        <p:nvSpPr>
          <p:cNvPr id="34" name="Rectangle 33">
            <a:extLst>
              <a:ext uri="{FF2B5EF4-FFF2-40B4-BE49-F238E27FC236}">
                <a16:creationId xmlns:a16="http://schemas.microsoft.com/office/drawing/2014/main" id="{01B5E168-A487-A71A-73E3-C6C7EAF5143A}"/>
              </a:ext>
            </a:extLst>
          </p:cNvPr>
          <p:cNvSpPr/>
          <p:nvPr/>
        </p:nvSpPr>
        <p:spPr>
          <a:xfrm>
            <a:off x="3647874" y="657603"/>
            <a:ext cx="8457987" cy="70489"/>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1" name="TextBox 10">
            <a:extLst>
              <a:ext uri="{FF2B5EF4-FFF2-40B4-BE49-F238E27FC236}">
                <a16:creationId xmlns:a16="http://schemas.microsoft.com/office/drawing/2014/main" id="{68E9C1F3-DD6E-9C36-83A2-4108CD3C6A3B}"/>
              </a:ext>
            </a:extLst>
          </p:cNvPr>
          <p:cNvSpPr txBox="1"/>
          <p:nvPr/>
        </p:nvSpPr>
        <p:spPr>
          <a:xfrm>
            <a:off x="431874" y="1842269"/>
            <a:ext cx="6144417" cy="1200329"/>
          </a:xfrm>
          <a:prstGeom prst="rect">
            <a:avLst/>
          </a:prstGeom>
          <a:noFill/>
        </p:spPr>
        <p:txBody>
          <a:bodyPr wrap="square">
            <a:spAutoFit/>
          </a:bodyPr>
          <a:lstStyle/>
          <a:p>
            <a:pPr marL="285750" indent="-285750" algn="just">
              <a:buFont typeface="Wingdings" panose="05000000000000000000" pitchFamily="2" charset="2"/>
              <a:buChar char="Ø"/>
            </a:pPr>
            <a:r>
              <a:rPr lang="en-US" dirty="0">
                <a:latin typeface="Söhne"/>
              </a:rPr>
              <a:t>U</a:t>
            </a:r>
            <a:r>
              <a:rPr lang="en-US" b="0" i="0" dirty="0">
                <a:effectLst/>
                <a:latin typeface="Söhne"/>
              </a:rPr>
              <a:t>nderstanding the year-wise loan amount status of bank loan customers is imperative for financial institutions to assess risk, optimize lending practices and regulatory compliance.</a:t>
            </a:r>
          </a:p>
        </p:txBody>
      </p:sp>
      <p:graphicFrame>
        <p:nvGraphicFramePr>
          <p:cNvPr id="3" name="Chart 2">
            <a:extLst>
              <a:ext uri="{FF2B5EF4-FFF2-40B4-BE49-F238E27FC236}">
                <a16:creationId xmlns:a16="http://schemas.microsoft.com/office/drawing/2014/main" id="{763457D0-B866-6282-2ECF-35BA9C908255}"/>
              </a:ext>
            </a:extLst>
          </p:cNvPr>
          <p:cNvGraphicFramePr>
            <a:graphicFrameLocks/>
          </p:cNvGraphicFramePr>
          <p:nvPr>
            <p:extLst>
              <p:ext uri="{D42A27DB-BD31-4B8C-83A1-F6EECF244321}">
                <p14:modId xmlns:p14="http://schemas.microsoft.com/office/powerpoint/2010/main" val="1924841970"/>
              </p:ext>
            </p:extLst>
          </p:nvPr>
        </p:nvGraphicFramePr>
        <p:xfrm>
          <a:off x="6881417" y="1842269"/>
          <a:ext cx="4573905" cy="414419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23063804"/>
      </p:ext>
    </p:extLst>
  </p:cSld>
  <p:clrMapOvr>
    <a:masterClrMapping/>
  </p:clrMapOvr>
  <mc:AlternateContent xmlns:mc="http://schemas.openxmlformats.org/markup-compatibility/2006" xmlns:p14="http://schemas.microsoft.com/office/powerpoint/2010/main">
    <mc:Choice Requires="p14">
      <p:transition spd="slow" p14:dur="2000" advTm="3386"/>
    </mc:Choice>
    <mc:Fallback xmlns="">
      <p:transition spd="slow" advTm="33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7FA88-D7C9-9287-181F-467E8A16B275}"/>
            </a:ext>
          </a:extLst>
        </p:cNvPr>
        <p:cNvGrpSpPr/>
        <p:nvPr/>
      </p:nvGrpSpPr>
      <p:grpSpPr>
        <a:xfrm>
          <a:off x="0" y="0"/>
          <a:ext cx="0" cy="0"/>
          <a:chOff x="0" y="0"/>
          <a:chExt cx="0" cy="0"/>
        </a:xfrm>
      </p:grpSpPr>
      <p:sp>
        <p:nvSpPr>
          <p:cNvPr id="7" name="AutoShape 4" descr="45,628+ Bank Building Pictures | Download Free Images on Unsplash">
            <a:extLst>
              <a:ext uri="{FF2B5EF4-FFF2-40B4-BE49-F238E27FC236}">
                <a16:creationId xmlns:a16="http://schemas.microsoft.com/office/drawing/2014/main" id="{B0D29FEB-E9DD-CE3F-6462-4B7CFE6C891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2AEACEF3-16C2-9D2A-DCB2-303A8828CD95}"/>
              </a:ext>
            </a:extLst>
          </p:cNvPr>
          <p:cNvGrpSpPr/>
          <p:nvPr/>
        </p:nvGrpSpPr>
        <p:grpSpPr>
          <a:xfrm>
            <a:off x="507979" y="301205"/>
            <a:ext cx="3729940" cy="931524"/>
            <a:chOff x="441046" y="325065"/>
            <a:chExt cx="3729940" cy="931524"/>
          </a:xfrm>
        </p:grpSpPr>
        <p:pic>
          <p:nvPicPr>
            <p:cNvPr id="1030" name="Picture 6" descr="Bank - PNG image with transparent background | Free Png Images">
              <a:extLst>
                <a:ext uri="{FF2B5EF4-FFF2-40B4-BE49-F238E27FC236}">
                  <a16:creationId xmlns:a16="http://schemas.microsoft.com/office/drawing/2014/main" id="{40A5A95A-D763-1046-B3A2-5B9F4F9F3A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046" y="325065"/>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1A753B47-C578-EED1-7092-50433E7E3DEE}"/>
                </a:ext>
              </a:extLst>
            </p:cNvPr>
            <p:cNvSpPr txBox="1">
              <a:spLocks/>
            </p:cNvSpPr>
            <p:nvPr/>
          </p:nvSpPr>
          <p:spPr>
            <a:xfrm>
              <a:off x="513387"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D23D7949-49B2-7E44-BBD0-265E66E16208}"/>
              </a:ext>
            </a:extLst>
          </p:cNvPr>
          <p:cNvSpPr txBox="1">
            <a:spLocks/>
          </p:cNvSpPr>
          <p:nvPr/>
        </p:nvSpPr>
        <p:spPr>
          <a:xfrm>
            <a:off x="431873" y="1057531"/>
            <a:ext cx="3050236" cy="33359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IN" sz="2000" b="1" dirty="0">
                <a:latin typeface="Arial" panose="020B0604020202020204" pitchFamily="34" charset="0"/>
                <a:cs typeface="Arial" panose="020B0604020202020204" pitchFamily="34" charset="0"/>
              </a:rPr>
              <a:t>Observation :-</a:t>
            </a:r>
          </a:p>
        </p:txBody>
      </p:sp>
      <p:sp>
        <p:nvSpPr>
          <p:cNvPr id="12" name="TextBox 11">
            <a:extLst>
              <a:ext uri="{FF2B5EF4-FFF2-40B4-BE49-F238E27FC236}">
                <a16:creationId xmlns:a16="http://schemas.microsoft.com/office/drawing/2014/main" id="{294E3374-65D4-903F-4CE2-ACF578A562B6}"/>
              </a:ext>
            </a:extLst>
          </p:cNvPr>
          <p:cNvSpPr txBox="1"/>
          <p:nvPr/>
        </p:nvSpPr>
        <p:spPr>
          <a:xfrm>
            <a:off x="794327" y="1519342"/>
            <a:ext cx="5803941" cy="1477328"/>
          </a:xfrm>
          <a:prstGeom prst="rect">
            <a:avLst/>
          </a:prstGeom>
          <a:noFill/>
        </p:spPr>
        <p:txBody>
          <a:bodyPr wrap="square">
            <a:spAutoFit/>
          </a:bodyPr>
          <a:lstStyle/>
          <a:p>
            <a:pPr algn="just"/>
            <a:r>
              <a:rPr lang="en-US" dirty="0"/>
              <a:t>The year wise stats indicate a huge inclination towards people lending loans year-on-year. This showing an increment of 300%. This goes to show that people are willing and showing bigger risk appetites year-on-year when purchasing houses.</a:t>
            </a:r>
            <a:endParaRPr lang="en-IN" dirty="0"/>
          </a:p>
        </p:txBody>
      </p:sp>
      <p:sp>
        <p:nvSpPr>
          <p:cNvPr id="13" name="Subtitle 2">
            <a:extLst>
              <a:ext uri="{FF2B5EF4-FFF2-40B4-BE49-F238E27FC236}">
                <a16:creationId xmlns:a16="http://schemas.microsoft.com/office/drawing/2014/main" id="{8B37CE63-E1A0-04C7-4123-B2FDE60EEE2B}"/>
              </a:ext>
            </a:extLst>
          </p:cNvPr>
          <p:cNvSpPr txBox="1">
            <a:spLocks/>
          </p:cNvSpPr>
          <p:nvPr/>
        </p:nvSpPr>
        <p:spPr>
          <a:xfrm>
            <a:off x="428831" y="4750432"/>
            <a:ext cx="4196566" cy="3863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IN" sz="2000" b="1" dirty="0">
                <a:latin typeface="Arial" panose="020B0604020202020204" pitchFamily="34" charset="0"/>
                <a:cs typeface="Arial" panose="020B0604020202020204" pitchFamily="34" charset="0"/>
              </a:rPr>
              <a:t>Conclusion:-</a:t>
            </a:r>
          </a:p>
        </p:txBody>
      </p:sp>
      <p:sp>
        <p:nvSpPr>
          <p:cNvPr id="19" name="TextBox 18">
            <a:extLst>
              <a:ext uri="{FF2B5EF4-FFF2-40B4-BE49-F238E27FC236}">
                <a16:creationId xmlns:a16="http://schemas.microsoft.com/office/drawing/2014/main" id="{8A94C87C-5987-702E-1849-6BD7A07552FE}"/>
              </a:ext>
            </a:extLst>
          </p:cNvPr>
          <p:cNvSpPr txBox="1"/>
          <p:nvPr/>
        </p:nvSpPr>
        <p:spPr>
          <a:xfrm>
            <a:off x="794325" y="5154099"/>
            <a:ext cx="5728883" cy="1477328"/>
          </a:xfrm>
          <a:prstGeom prst="rect">
            <a:avLst/>
          </a:prstGeom>
          <a:noFill/>
        </p:spPr>
        <p:txBody>
          <a:bodyPr wrap="square">
            <a:spAutoFit/>
          </a:bodyPr>
          <a:lstStyle/>
          <a:p>
            <a:pPr algn="just"/>
            <a:r>
              <a:rPr lang="en-US" dirty="0"/>
              <a:t>By concluding 1st KPI, it can be detected that the increase in loan amounts has been influenced by various economic factors. Thus, it is important to monitor this trend and ensure that it aligns with sustainable financial practices.</a:t>
            </a:r>
            <a:endParaRPr lang="en-IN" dirty="0"/>
          </a:p>
        </p:txBody>
      </p:sp>
      <p:sp>
        <p:nvSpPr>
          <p:cNvPr id="34" name="Rectangle 33">
            <a:extLst>
              <a:ext uri="{FF2B5EF4-FFF2-40B4-BE49-F238E27FC236}">
                <a16:creationId xmlns:a16="http://schemas.microsoft.com/office/drawing/2014/main" id="{AA581437-A534-F2BC-C738-FB1CEC0FA138}"/>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 name="Subtitle 2">
            <a:extLst>
              <a:ext uri="{FF2B5EF4-FFF2-40B4-BE49-F238E27FC236}">
                <a16:creationId xmlns:a16="http://schemas.microsoft.com/office/drawing/2014/main" id="{4FDE4817-00D0-6F82-6727-DB828575ED25}"/>
              </a:ext>
            </a:extLst>
          </p:cNvPr>
          <p:cNvSpPr txBox="1">
            <a:spLocks/>
          </p:cNvSpPr>
          <p:nvPr/>
        </p:nvSpPr>
        <p:spPr>
          <a:xfrm>
            <a:off x="428831" y="3214708"/>
            <a:ext cx="4196566" cy="38431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IN" sz="2000" b="1" dirty="0">
                <a:latin typeface="Arial" panose="020B0604020202020204" pitchFamily="34" charset="0"/>
                <a:cs typeface="Arial" panose="020B0604020202020204" pitchFamily="34" charset="0"/>
              </a:rPr>
              <a:t>Key Suggestions :-</a:t>
            </a:r>
          </a:p>
        </p:txBody>
      </p:sp>
      <p:sp>
        <p:nvSpPr>
          <p:cNvPr id="3" name="TextBox 2">
            <a:extLst>
              <a:ext uri="{FF2B5EF4-FFF2-40B4-BE49-F238E27FC236}">
                <a16:creationId xmlns:a16="http://schemas.microsoft.com/office/drawing/2014/main" id="{F20D0AF3-B6A0-EA5F-F873-515E68255A1E}"/>
              </a:ext>
            </a:extLst>
          </p:cNvPr>
          <p:cNvSpPr txBox="1"/>
          <p:nvPr/>
        </p:nvSpPr>
        <p:spPr>
          <a:xfrm>
            <a:off x="783433" y="3643292"/>
            <a:ext cx="5728882" cy="1200329"/>
          </a:xfrm>
          <a:prstGeom prst="rect">
            <a:avLst/>
          </a:prstGeom>
          <a:noFill/>
        </p:spPr>
        <p:txBody>
          <a:bodyPr wrap="square">
            <a:spAutoFit/>
          </a:bodyPr>
          <a:lstStyle/>
          <a:p>
            <a:pPr algn="just"/>
            <a:r>
              <a:rPr lang="en-US" dirty="0"/>
              <a:t>If there is a consistent increase or decrease in loan amounts over the years, consider adjusting lending policies or marketing strategies accordingly.</a:t>
            </a:r>
          </a:p>
          <a:p>
            <a:endParaRPr lang="en-IN" dirty="0"/>
          </a:p>
        </p:txBody>
      </p:sp>
      <p:graphicFrame>
        <p:nvGraphicFramePr>
          <p:cNvPr id="4" name="Chart 3">
            <a:extLst>
              <a:ext uri="{FF2B5EF4-FFF2-40B4-BE49-F238E27FC236}">
                <a16:creationId xmlns:a16="http://schemas.microsoft.com/office/drawing/2014/main" id="{ED99C5B2-6E74-EDEC-88EE-94C350A880D4}"/>
              </a:ext>
            </a:extLst>
          </p:cNvPr>
          <p:cNvGraphicFramePr>
            <a:graphicFrameLocks/>
          </p:cNvGraphicFramePr>
          <p:nvPr>
            <p:extLst>
              <p:ext uri="{D42A27DB-BD31-4B8C-83A1-F6EECF244321}">
                <p14:modId xmlns:p14="http://schemas.microsoft.com/office/powerpoint/2010/main" val="541066956"/>
              </p:ext>
            </p:extLst>
          </p:nvPr>
        </p:nvGraphicFramePr>
        <p:xfrm>
          <a:off x="6823768" y="1532156"/>
          <a:ext cx="4777682" cy="482227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73252027"/>
      </p:ext>
    </p:extLst>
  </p:cSld>
  <p:clrMapOvr>
    <a:masterClrMapping/>
  </p:clrMapOvr>
  <mc:AlternateContent xmlns:mc="http://schemas.openxmlformats.org/markup-compatibility/2006" xmlns:p14="http://schemas.microsoft.com/office/powerpoint/2010/main">
    <mc:Choice Requires="p14">
      <p:transition spd="slow" p14:dur="2000" advTm="3832"/>
    </mc:Choice>
    <mc:Fallback xmlns="">
      <p:transition spd="slow" advTm="38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par>
                          <p:cTn id="14" fill="hold">
                            <p:stCondLst>
                              <p:cond delay="500"/>
                            </p:stCondLst>
                            <p:childTnLst>
                              <p:par>
                                <p:cTn id="15" presetID="14" presetClass="entr" presetSubtype="1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randombar(horizontal)">
                                      <p:cBhvr>
                                        <p:cTn id="17" dur="500"/>
                                        <p:tgtEl>
                                          <p:spTgt spid="12"/>
                                        </p:tgtEl>
                                      </p:cBhvr>
                                    </p:animEffect>
                                  </p:childTnLst>
                                </p:cTn>
                              </p:par>
                            </p:childTnLst>
                          </p:cTn>
                        </p:par>
                        <p:par>
                          <p:cTn id="18" fill="hold">
                            <p:stCondLst>
                              <p:cond delay="1000"/>
                            </p:stCondLst>
                            <p:childTnLst>
                              <p:par>
                                <p:cTn id="19" presetID="14" presetClass="entr" presetSubtype="10" fill="hold" grpId="0"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randombar(horizontal)">
                                      <p:cBhvr>
                                        <p:cTn id="21" dur="500"/>
                                        <p:tgtEl>
                                          <p:spTgt spid="3"/>
                                        </p:tgtEl>
                                      </p:cBhvr>
                                    </p:animEffect>
                                  </p:childTnLst>
                                </p:cTn>
                              </p:par>
                            </p:childTnLst>
                          </p:cTn>
                        </p:par>
                        <p:par>
                          <p:cTn id="22" fill="hold">
                            <p:stCondLst>
                              <p:cond delay="1500"/>
                            </p:stCondLst>
                            <p:childTnLst>
                              <p:par>
                                <p:cTn id="23" presetID="14" presetClass="entr" presetSubtype="10"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randombar(horizontal)">
                                      <p:cBhvr>
                                        <p:cTn id="2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2" grpId="0"/>
      <p:bldP spid="13" grpId="0"/>
      <p:bldP spid="19" grpId="0"/>
      <p:bldP spid="2"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92DE4DE2-B197-2834-4A07-E2F90B83DD8D}"/>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F54ACBDA-C1AA-5ECE-24B0-86AF78AD2A4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E9C0A785-9786-9A11-F8C4-90160FDBAF31}"/>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01D71BD5-FD51-DE62-39F8-B5247C4B00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D95C5CDD-EC10-B541-D089-FF1D7C0FEBCA}"/>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C1BB3DBC-E233-D2FF-5613-A83F7B80C78D}"/>
              </a:ext>
            </a:extLst>
          </p:cNvPr>
          <p:cNvSpPr txBox="1">
            <a:spLocks/>
          </p:cNvSpPr>
          <p:nvPr/>
        </p:nvSpPr>
        <p:spPr>
          <a:xfrm>
            <a:off x="431089" y="1249955"/>
            <a:ext cx="6406199" cy="41232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b="1" dirty="0">
                <a:latin typeface="Arial" panose="020B0604020202020204" pitchFamily="34" charset="0"/>
                <a:cs typeface="Arial" panose="020B0604020202020204" pitchFamily="34" charset="0"/>
              </a:rPr>
              <a:t>  2. Grade and sub grade wise revol _ bal:-</a:t>
            </a:r>
          </a:p>
        </p:txBody>
      </p:sp>
      <p:sp>
        <p:nvSpPr>
          <p:cNvPr id="14" name="Rectangle 13">
            <a:extLst>
              <a:ext uri="{FF2B5EF4-FFF2-40B4-BE49-F238E27FC236}">
                <a16:creationId xmlns:a16="http://schemas.microsoft.com/office/drawing/2014/main" id="{7675A0F2-2FE3-3F05-C176-F233DC71DC56}"/>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TextBox 16">
            <a:extLst>
              <a:ext uri="{FF2B5EF4-FFF2-40B4-BE49-F238E27FC236}">
                <a16:creationId xmlns:a16="http://schemas.microsoft.com/office/drawing/2014/main" id="{1ECD8A9E-03DC-DE65-F959-CF39421DCA3B}"/>
              </a:ext>
            </a:extLst>
          </p:cNvPr>
          <p:cNvSpPr txBox="1"/>
          <p:nvPr/>
        </p:nvSpPr>
        <p:spPr>
          <a:xfrm>
            <a:off x="421712" y="1846132"/>
            <a:ext cx="11179737" cy="1477328"/>
          </a:xfrm>
          <a:prstGeom prst="rect">
            <a:avLst/>
          </a:prstGeom>
          <a:noFill/>
        </p:spPr>
        <p:txBody>
          <a:bodyPr wrap="square">
            <a:spAutoFit/>
          </a:bodyPr>
          <a:lstStyle/>
          <a:p>
            <a:pPr marL="285750" indent="-285750" algn="just">
              <a:buFont typeface="Wingdings" panose="05000000000000000000" pitchFamily="2" charset="2"/>
              <a:buChar char="Ø"/>
            </a:pPr>
            <a:r>
              <a:rPr lang="en-US" b="0" i="0" dirty="0">
                <a:effectLst/>
                <a:latin typeface="Söhne"/>
              </a:rPr>
              <a:t>The banking and financial management, comprehending the grade and sub-grade wise distribution of revolving balance (revol _ bal) among bank loan customers is paramount for risk assessment and portfolio management. </a:t>
            </a:r>
          </a:p>
          <a:p>
            <a:pPr algn="just"/>
            <a:endParaRPr lang="en-US" dirty="0">
              <a:latin typeface="Söhne"/>
            </a:endParaRPr>
          </a:p>
          <a:p>
            <a:pPr marL="285750" indent="-285750" algn="just">
              <a:buFont typeface="Wingdings" panose="05000000000000000000" pitchFamily="2" charset="2"/>
              <a:buChar char="Ø"/>
            </a:pPr>
            <a:r>
              <a:rPr lang="en-US" dirty="0">
                <a:latin typeface="Söhne"/>
              </a:rPr>
              <a:t>T</a:t>
            </a:r>
            <a:r>
              <a:rPr lang="en-US" b="0" i="0" dirty="0">
                <a:effectLst/>
                <a:latin typeface="Söhne"/>
              </a:rPr>
              <a:t>o explore the intricate relationship between credit grades, sub-grades, and revolving balances to discern underlying trends and patterns that influence borrower behavior and credit risk profiles.</a:t>
            </a:r>
            <a:endParaRPr lang="en-IN" dirty="0"/>
          </a:p>
        </p:txBody>
      </p:sp>
      <p:graphicFrame>
        <p:nvGraphicFramePr>
          <p:cNvPr id="3" name="Chart 2">
            <a:extLst>
              <a:ext uri="{FF2B5EF4-FFF2-40B4-BE49-F238E27FC236}">
                <a16:creationId xmlns:a16="http://schemas.microsoft.com/office/drawing/2014/main" id="{4A755663-36B9-40A3-918A-C4F41CC76DB1}"/>
              </a:ext>
            </a:extLst>
          </p:cNvPr>
          <p:cNvGraphicFramePr>
            <a:graphicFrameLocks/>
          </p:cNvGraphicFramePr>
          <p:nvPr>
            <p:extLst>
              <p:ext uri="{D42A27DB-BD31-4B8C-83A1-F6EECF244321}">
                <p14:modId xmlns:p14="http://schemas.microsoft.com/office/powerpoint/2010/main" val="2529259445"/>
              </p:ext>
            </p:extLst>
          </p:nvPr>
        </p:nvGraphicFramePr>
        <p:xfrm>
          <a:off x="548605" y="3594221"/>
          <a:ext cx="11221682" cy="310475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93993044"/>
      </p:ext>
    </p:extLst>
  </p:cSld>
  <p:clrMapOvr>
    <a:masterClrMapping/>
  </p:clrMapOvr>
  <mc:AlternateContent xmlns:mc="http://schemas.openxmlformats.org/markup-compatibility/2006" xmlns:p14="http://schemas.microsoft.com/office/powerpoint/2010/main">
    <mc:Choice Requires="p14">
      <p:transition spd="slow" p14:dur="2000" advTm="3468"/>
    </mc:Choice>
    <mc:Fallback xmlns="">
      <p:transition spd="slow" advTm="34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up)">
                                      <p:cBhvr>
                                        <p:cTn id="1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4C11A-B004-AC0C-97A5-8A52B4F2B4E5}"/>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95C19DFB-A3CF-8107-2324-7CAE068DDF20}"/>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DE9D28CB-4693-C234-0CDB-F1A9CBACDDC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39DF7383-1A39-5DE7-A110-97892D3DD870}"/>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DD8BFCAC-4CC6-612D-54BD-BC7F92AE5B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B5B77377-0DA8-DA12-15E8-17C71BD52E99}"/>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3060C0AF-ADF0-E4D4-D57B-F38660CE3263}"/>
              </a:ext>
            </a:extLst>
          </p:cNvPr>
          <p:cNvSpPr txBox="1">
            <a:spLocks/>
          </p:cNvSpPr>
          <p:nvPr/>
        </p:nvSpPr>
        <p:spPr>
          <a:xfrm>
            <a:off x="443699" y="1117674"/>
            <a:ext cx="3527091" cy="3380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IN" sz="2000" b="1" dirty="0">
                <a:latin typeface="Arial" panose="020B0604020202020204" pitchFamily="34" charset="0"/>
                <a:cs typeface="Arial" panose="020B0604020202020204" pitchFamily="34" charset="0"/>
              </a:rPr>
              <a:t>Observation:-</a:t>
            </a:r>
          </a:p>
        </p:txBody>
      </p:sp>
      <p:sp>
        <p:nvSpPr>
          <p:cNvPr id="14" name="Rectangle 13">
            <a:extLst>
              <a:ext uri="{FF2B5EF4-FFF2-40B4-BE49-F238E27FC236}">
                <a16:creationId xmlns:a16="http://schemas.microsoft.com/office/drawing/2014/main" id="{B5272884-B74E-F2B5-791D-AFE84E68383F}"/>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TextBox 4">
            <a:extLst>
              <a:ext uri="{FF2B5EF4-FFF2-40B4-BE49-F238E27FC236}">
                <a16:creationId xmlns:a16="http://schemas.microsoft.com/office/drawing/2014/main" id="{A08D00F7-2FD2-2580-3350-D73F96BB0843}"/>
              </a:ext>
            </a:extLst>
          </p:cNvPr>
          <p:cNvSpPr txBox="1"/>
          <p:nvPr/>
        </p:nvSpPr>
        <p:spPr>
          <a:xfrm>
            <a:off x="822035" y="1472745"/>
            <a:ext cx="10650827" cy="1200329"/>
          </a:xfrm>
          <a:prstGeom prst="rect">
            <a:avLst/>
          </a:prstGeom>
          <a:noFill/>
        </p:spPr>
        <p:txBody>
          <a:bodyPr wrap="square">
            <a:spAutoFit/>
          </a:bodyPr>
          <a:lstStyle/>
          <a:p>
            <a:pPr algn="just"/>
            <a:r>
              <a:rPr lang="en-US" sz="1800" b="0" i="0" dirty="0">
                <a:effectLst/>
                <a:latin typeface="Söhne"/>
              </a:rPr>
              <a:t>Analyze the distribution of revolving balances across different loan grades and subgrades to identify any trends or patterns.</a:t>
            </a:r>
          </a:p>
          <a:p>
            <a:pPr algn="just"/>
            <a:r>
              <a:rPr lang="en-US" sz="1800" b="0" i="0" dirty="0">
                <a:effectLst/>
                <a:latin typeface="Söhne"/>
              </a:rPr>
              <a:t>As you see the highest grade and subgrade is  B and B3 of 39.72M that</a:t>
            </a:r>
            <a:r>
              <a:rPr lang="en-US" dirty="0">
                <a:latin typeface="Söhne"/>
              </a:rPr>
              <a:t> d</a:t>
            </a:r>
            <a:r>
              <a:rPr lang="en-US" sz="1800" b="0" i="0" dirty="0">
                <a:effectLst/>
                <a:latin typeface="Söhne"/>
              </a:rPr>
              <a:t>etermine if there are any significant differences in revolving balances between different grades and subgrades.</a:t>
            </a:r>
          </a:p>
        </p:txBody>
      </p:sp>
      <p:sp>
        <p:nvSpPr>
          <p:cNvPr id="11" name="TextBox 10">
            <a:extLst>
              <a:ext uri="{FF2B5EF4-FFF2-40B4-BE49-F238E27FC236}">
                <a16:creationId xmlns:a16="http://schemas.microsoft.com/office/drawing/2014/main" id="{A64FFA78-58CD-24E4-FAAE-E90A92F5B5B0}"/>
              </a:ext>
            </a:extLst>
          </p:cNvPr>
          <p:cNvSpPr txBox="1"/>
          <p:nvPr/>
        </p:nvSpPr>
        <p:spPr>
          <a:xfrm>
            <a:off x="804433" y="3636997"/>
            <a:ext cx="10650827" cy="646331"/>
          </a:xfrm>
          <a:prstGeom prst="rect">
            <a:avLst/>
          </a:prstGeom>
          <a:noFill/>
        </p:spPr>
        <p:txBody>
          <a:bodyPr wrap="square">
            <a:spAutoFit/>
          </a:bodyPr>
          <a:lstStyle/>
          <a:p>
            <a:pPr algn="just"/>
            <a:r>
              <a:rPr lang="en-US" sz="1800" b="0" i="0" dirty="0">
                <a:effectLst/>
                <a:latin typeface="Söhne"/>
              </a:rPr>
              <a:t>If there are significant variations in revolving balances, consider adjusting lending criteria or risk assessment methods to better account for these differences.</a:t>
            </a:r>
            <a:endParaRPr lang="en-IN" dirty="0"/>
          </a:p>
        </p:txBody>
      </p:sp>
      <p:sp>
        <p:nvSpPr>
          <p:cNvPr id="12" name="Subtitle 2">
            <a:extLst>
              <a:ext uri="{FF2B5EF4-FFF2-40B4-BE49-F238E27FC236}">
                <a16:creationId xmlns:a16="http://schemas.microsoft.com/office/drawing/2014/main" id="{CA3CC8E7-94AF-FC94-903E-213AC80345A0}"/>
              </a:ext>
            </a:extLst>
          </p:cNvPr>
          <p:cNvSpPr txBox="1">
            <a:spLocks/>
          </p:cNvSpPr>
          <p:nvPr/>
        </p:nvSpPr>
        <p:spPr>
          <a:xfrm>
            <a:off x="443699" y="4688318"/>
            <a:ext cx="4196566" cy="36202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IN" sz="2000" b="1" dirty="0">
                <a:latin typeface="Arial" panose="020B0604020202020204" pitchFamily="34" charset="0"/>
                <a:cs typeface="Arial" panose="020B0604020202020204" pitchFamily="34" charset="0"/>
              </a:rPr>
              <a:t>Conclusion:-</a:t>
            </a:r>
          </a:p>
        </p:txBody>
      </p:sp>
      <p:sp>
        <p:nvSpPr>
          <p:cNvPr id="15" name="TextBox 14">
            <a:extLst>
              <a:ext uri="{FF2B5EF4-FFF2-40B4-BE49-F238E27FC236}">
                <a16:creationId xmlns:a16="http://schemas.microsoft.com/office/drawing/2014/main" id="{D6B7A8F4-5BC3-E6E1-34EF-793D70C9EA26}"/>
              </a:ext>
            </a:extLst>
          </p:cNvPr>
          <p:cNvSpPr txBox="1"/>
          <p:nvPr/>
        </p:nvSpPr>
        <p:spPr>
          <a:xfrm>
            <a:off x="822036" y="5114987"/>
            <a:ext cx="10633224" cy="923330"/>
          </a:xfrm>
          <a:prstGeom prst="rect">
            <a:avLst/>
          </a:prstGeom>
          <a:noFill/>
        </p:spPr>
        <p:txBody>
          <a:bodyPr wrap="square">
            <a:spAutoFit/>
          </a:bodyPr>
          <a:lstStyle/>
          <a:p>
            <a:pPr algn="just"/>
            <a:r>
              <a:rPr lang="en-IN" dirty="0"/>
              <a:t>By concluding 2</a:t>
            </a:r>
            <a:r>
              <a:rPr lang="en-IN" baseline="30000" dirty="0"/>
              <a:t>nd</a:t>
            </a:r>
            <a:r>
              <a:rPr lang="en-IN" dirty="0"/>
              <a:t> </a:t>
            </a:r>
            <a:r>
              <a:rPr lang="en-IN" dirty="0" err="1"/>
              <a:t>kpi</a:t>
            </a:r>
            <a:r>
              <a:rPr lang="en-IN" dirty="0"/>
              <a:t>, </a:t>
            </a:r>
            <a:r>
              <a:rPr lang="en-US" sz="1800" b="0" i="0" dirty="0">
                <a:effectLst/>
                <a:latin typeface="Söhne"/>
              </a:rPr>
              <a:t>revolving balance data</a:t>
            </a:r>
            <a:r>
              <a:rPr lang="en-US" dirty="0">
                <a:latin typeface="Söhne"/>
              </a:rPr>
              <a:t> </a:t>
            </a:r>
            <a:r>
              <a:rPr lang="en-US" sz="1800" b="0" i="0" dirty="0">
                <a:effectLst/>
                <a:latin typeface="Söhne"/>
              </a:rPr>
              <a:t>about the creditworthiness of borrowers within each category, identify any correlations betwe</a:t>
            </a:r>
            <a:r>
              <a:rPr lang="en-US" sz="1800" dirty="0">
                <a:latin typeface="Söhne"/>
              </a:rPr>
              <a:t>en revolving balances and other borrower characteristics, such as income level, employment status or history.</a:t>
            </a:r>
            <a:endParaRPr lang="en-US" sz="1800" b="0" i="0" dirty="0">
              <a:effectLst/>
              <a:latin typeface="Söhne"/>
            </a:endParaRPr>
          </a:p>
        </p:txBody>
      </p:sp>
      <p:sp>
        <p:nvSpPr>
          <p:cNvPr id="8" name="Subtitle 2">
            <a:extLst>
              <a:ext uri="{FF2B5EF4-FFF2-40B4-BE49-F238E27FC236}">
                <a16:creationId xmlns:a16="http://schemas.microsoft.com/office/drawing/2014/main" id="{1F00EB63-7C5F-1356-F368-32C0497C1978}"/>
              </a:ext>
            </a:extLst>
          </p:cNvPr>
          <p:cNvSpPr txBox="1">
            <a:spLocks/>
          </p:cNvSpPr>
          <p:nvPr/>
        </p:nvSpPr>
        <p:spPr>
          <a:xfrm>
            <a:off x="431873" y="3120138"/>
            <a:ext cx="4134717" cy="29824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IN" sz="2000" b="1" dirty="0">
                <a:latin typeface="Arial" panose="020B0604020202020204" pitchFamily="34" charset="0"/>
                <a:cs typeface="Arial" panose="020B0604020202020204" pitchFamily="34" charset="0"/>
              </a:rPr>
              <a:t>Key Suggestions :-</a:t>
            </a:r>
          </a:p>
        </p:txBody>
      </p:sp>
    </p:spTree>
    <p:extLst>
      <p:ext uri="{BB962C8B-B14F-4D97-AF65-F5344CB8AC3E}">
        <p14:creationId xmlns:p14="http://schemas.microsoft.com/office/powerpoint/2010/main" val="1193315507"/>
      </p:ext>
    </p:extLst>
  </p:cSld>
  <p:clrMapOvr>
    <a:masterClrMapping/>
  </p:clrMapOvr>
  <mc:AlternateContent xmlns:mc="http://schemas.openxmlformats.org/markup-compatibility/2006" xmlns:p14="http://schemas.microsoft.com/office/powerpoint/2010/main">
    <mc:Choice Requires="p14">
      <p:transition spd="slow" p14:dur="2000" advTm="4178"/>
    </mc:Choice>
    <mc:Fallback xmlns="">
      <p:transition spd="slow" advTm="41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par>
                          <p:cTn id="14" fill="hold">
                            <p:stCondLst>
                              <p:cond delay="500"/>
                            </p:stCondLst>
                            <p:childTnLst>
                              <p:par>
                                <p:cTn id="15" presetID="14" presetClass="entr" presetSubtype="1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par>
                          <p:cTn id="18" fill="hold">
                            <p:stCondLst>
                              <p:cond delay="1000"/>
                            </p:stCondLst>
                            <p:childTnLst>
                              <p:par>
                                <p:cTn id="19" presetID="14" presetClass="entr" presetSubtype="1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randombar(horizontal)">
                                      <p:cBhvr>
                                        <p:cTn id="21" dur="500"/>
                                        <p:tgtEl>
                                          <p:spTgt spid="11"/>
                                        </p:tgtEl>
                                      </p:cBhvr>
                                    </p:animEffect>
                                  </p:childTnLst>
                                </p:cTn>
                              </p:par>
                            </p:childTnLst>
                          </p:cTn>
                        </p:par>
                        <p:par>
                          <p:cTn id="22" fill="hold">
                            <p:stCondLst>
                              <p:cond delay="1500"/>
                            </p:stCondLst>
                            <p:childTnLst>
                              <p:par>
                                <p:cTn id="23" presetID="14" presetClass="entr" presetSubtype="10"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randombar(horizontal)">
                                      <p:cBhvr>
                                        <p:cTn id="2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5" grpId="0"/>
      <p:bldP spid="11" grpId="0"/>
      <p:bldP spid="12" grpId="0"/>
      <p:bldP spid="15"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92DE4DE2-B197-2834-4A07-E2F90B83DD8D}"/>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F54ACBDA-C1AA-5ECE-24B0-86AF78AD2A4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E9C0A785-9786-9A11-F8C4-90160FDBAF31}"/>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01D71BD5-FD51-DE62-39F8-B5247C4B00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D95C5CDD-EC10-B541-D089-FF1D7C0FEBCA}"/>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C1BB3DBC-E233-D2FF-5613-A83F7B80C78D}"/>
              </a:ext>
            </a:extLst>
          </p:cNvPr>
          <p:cNvSpPr txBox="1">
            <a:spLocks/>
          </p:cNvSpPr>
          <p:nvPr/>
        </p:nvSpPr>
        <p:spPr>
          <a:xfrm>
            <a:off x="462351" y="1256173"/>
            <a:ext cx="9014158" cy="53374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b="1" dirty="0">
                <a:latin typeface="Arial" panose="020B0604020202020204" pitchFamily="34" charset="0"/>
                <a:cs typeface="Arial" panose="020B0604020202020204" pitchFamily="34" charset="0"/>
              </a:rPr>
              <a:t> 3. Total Payment for verified status vs Non verified status:-</a:t>
            </a:r>
          </a:p>
        </p:txBody>
      </p:sp>
      <p:sp>
        <p:nvSpPr>
          <p:cNvPr id="11" name="Rectangle 10">
            <a:extLst>
              <a:ext uri="{FF2B5EF4-FFF2-40B4-BE49-F238E27FC236}">
                <a16:creationId xmlns:a16="http://schemas.microsoft.com/office/drawing/2014/main" id="{CF186EFE-0346-31C2-1EB3-EC0E861567C2}"/>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TextBox 13">
            <a:extLst>
              <a:ext uri="{FF2B5EF4-FFF2-40B4-BE49-F238E27FC236}">
                <a16:creationId xmlns:a16="http://schemas.microsoft.com/office/drawing/2014/main" id="{DB5FCB0C-C0A0-D342-6D95-E70491B0EAFA}"/>
              </a:ext>
            </a:extLst>
          </p:cNvPr>
          <p:cNvSpPr txBox="1"/>
          <p:nvPr/>
        </p:nvSpPr>
        <p:spPr>
          <a:xfrm>
            <a:off x="431873" y="1789918"/>
            <a:ext cx="6507326" cy="2585323"/>
          </a:xfrm>
          <a:prstGeom prst="rect">
            <a:avLst/>
          </a:prstGeom>
          <a:noFill/>
        </p:spPr>
        <p:txBody>
          <a:bodyPr wrap="square">
            <a:spAutoFit/>
          </a:bodyPr>
          <a:lstStyle/>
          <a:p>
            <a:pPr marL="285750" indent="-285750" algn="just">
              <a:buFont typeface="Wingdings" panose="05000000000000000000" pitchFamily="2" charset="2"/>
              <a:buChar char="Ø"/>
            </a:pPr>
            <a:r>
              <a:rPr lang="en-US" dirty="0">
                <a:latin typeface="Söhne"/>
              </a:rPr>
              <a:t>T</a:t>
            </a:r>
            <a:r>
              <a:rPr lang="en-US" b="0" i="0" dirty="0">
                <a:effectLst/>
                <a:latin typeface="Söhne"/>
              </a:rPr>
              <a:t>he  banking and financial services, discerning the disparities in total payments between verified and non-verified statuses among bank loan customers holds significant implications for risk management and customer verification processes. </a:t>
            </a:r>
          </a:p>
          <a:p>
            <a:pPr algn="just"/>
            <a:endParaRPr lang="en-US" dirty="0">
              <a:latin typeface="Söhne"/>
            </a:endParaRPr>
          </a:p>
          <a:p>
            <a:pPr marL="285750" indent="-285750" algn="just">
              <a:buFont typeface="Wingdings" panose="05000000000000000000" pitchFamily="2" charset="2"/>
              <a:buChar char="Ø"/>
            </a:pPr>
            <a:r>
              <a:rPr lang="en-US" dirty="0">
                <a:latin typeface="Söhne"/>
              </a:rPr>
              <a:t>T</a:t>
            </a:r>
            <a:r>
              <a:rPr lang="en-US" b="0" i="0" dirty="0">
                <a:effectLst/>
                <a:latin typeface="Söhne"/>
              </a:rPr>
              <a:t>o investigate the variations in total payments made by borrowers categorized by their verification status, shedding light on the efficacy of verification procedures in influencing repayment behavior and loan performance.</a:t>
            </a:r>
            <a:endParaRPr lang="en-IN" dirty="0"/>
          </a:p>
        </p:txBody>
      </p:sp>
      <p:graphicFrame>
        <p:nvGraphicFramePr>
          <p:cNvPr id="3" name="Chart 2">
            <a:extLst>
              <a:ext uri="{FF2B5EF4-FFF2-40B4-BE49-F238E27FC236}">
                <a16:creationId xmlns:a16="http://schemas.microsoft.com/office/drawing/2014/main" id="{375EC98C-DA30-482F-917D-BB2554D76790}"/>
              </a:ext>
            </a:extLst>
          </p:cNvPr>
          <p:cNvGraphicFramePr>
            <a:graphicFrameLocks/>
          </p:cNvGraphicFramePr>
          <p:nvPr>
            <p:extLst>
              <p:ext uri="{D42A27DB-BD31-4B8C-83A1-F6EECF244321}">
                <p14:modId xmlns:p14="http://schemas.microsoft.com/office/powerpoint/2010/main" val="2702357096"/>
              </p:ext>
            </p:extLst>
          </p:nvPr>
        </p:nvGraphicFramePr>
        <p:xfrm>
          <a:off x="7172470" y="1980862"/>
          <a:ext cx="4587657" cy="409132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28299347"/>
      </p:ext>
    </p:extLst>
  </p:cSld>
  <p:clrMapOvr>
    <a:masterClrMapping/>
  </p:clrMapOvr>
  <mc:AlternateContent xmlns:mc="http://schemas.openxmlformats.org/markup-compatibility/2006" xmlns:p14="http://schemas.microsoft.com/office/powerpoint/2010/main">
    <mc:Choice Requires="p14">
      <p:transition spd="slow" p14:dur="2000" advTm="3890"/>
    </mc:Choice>
    <mc:Fallback xmlns="">
      <p:transition spd="slow" advTm="3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C29BF-7E4D-AB3C-687E-0EC169314198}"/>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02B0EF67-D173-4DF0-D090-0971F42EFBA1}"/>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41BE58F9-D2FE-618F-CAD7-4A2DAA05743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C43D387C-AC8B-B5D1-C9AE-507865385589}"/>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573A1581-D1D3-24A0-266D-DBBAC2F3C9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FC2D42D0-655E-B00D-84E2-CBED91573CAA}"/>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30960C1A-C8E9-2800-0D75-06EA8B1319FB}"/>
              </a:ext>
            </a:extLst>
          </p:cNvPr>
          <p:cNvSpPr txBox="1">
            <a:spLocks/>
          </p:cNvSpPr>
          <p:nvPr/>
        </p:nvSpPr>
        <p:spPr>
          <a:xfrm>
            <a:off x="431872" y="1134253"/>
            <a:ext cx="2917818" cy="41262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IN" sz="2000" b="1" dirty="0">
                <a:latin typeface="Arial" panose="020B0604020202020204" pitchFamily="34" charset="0"/>
                <a:cs typeface="Arial" panose="020B0604020202020204" pitchFamily="34" charset="0"/>
              </a:rPr>
              <a:t>Observation:-</a:t>
            </a:r>
          </a:p>
        </p:txBody>
      </p:sp>
      <p:sp>
        <p:nvSpPr>
          <p:cNvPr id="12" name="TextBox 11">
            <a:extLst>
              <a:ext uri="{FF2B5EF4-FFF2-40B4-BE49-F238E27FC236}">
                <a16:creationId xmlns:a16="http://schemas.microsoft.com/office/drawing/2014/main" id="{5602B55A-05C1-6DEB-A683-482747F4C9FF}"/>
              </a:ext>
            </a:extLst>
          </p:cNvPr>
          <p:cNvSpPr txBox="1"/>
          <p:nvPr/>
        </p:nvSpPr>
        <p:spPr>
          <a:xfrm>
            <a:off x="785090" y="1519989"/>
            <a:ext cx="10702059" cy="1200329"/>
          </a:xfrm>
          <a:prstGeom prst="rect">
            <a:avLst/>
          </a:prstGeom>
          <a:noFill/>
        </p:spPr>
        <p:txBody>
          <a:bodyPr wrap="square">
            <a:spAutoFit/>
          </a:bodyPr>
          <a:lstStyle/>
          <a:p>
            <a:pPr algn="just"/>
            <a:r>
              <a:rPr lang="en-US" dirty="0"/>
              <a:t>Total payment for verified status is approximately 50% more than the payment for un verified status.</a:t>
            </a:r>
          </a:p>
          <a:p>
            <a:pPr algn="just"/>
            <a:endParaRPr lang="en-US" dirty="0"/>
          </a:p>
          <a:p>
            <a:pPr algn="just"/>
            <a:r>
              <a:rPr lang="en-US" dirty="0"/>
              <a:t>But if you look at the bigger picture approximately 2/3rd of the payment is done to the non verified accounts, which shows that the loan disbursement institutions are approving loans at a very high rate.</a:t>
            </a:r>
            <a:endParaRPr lang="en-IN" dirty="0"/>
          </a:p>
        </p:txBody>
      </p:sp>
      <p:sp>
        <p:nvSpPr>
          <p:cNvPr id="3" name="Subtitle 2">
            <a:extLst>
              <a:ext uri="{FF2B5EF4-FFF2-40B4-BE49-F238E27FC236}">
                <a16:creationId xmlns:a16="http://schemas.microsoft.com/office/drawing/2014/main" id="{15C22222-9948-E0BE-EC88-FE6A2746F07B}"/>
              </a:ext>
            </a:extLst>
          </p:cNvPr>
          <p:cNvSpPr txBox="1">
            <a:spLocks/>
          </p:cNvSpPr>
          <p:nvPr/>
        </p:nvSpPr>
        <p:spPr>
          <a:xfrm>
            <a:off x="426291" y="4753507"/>
            <a:ext cx="4196566" cy="33757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IN" sz="2000" b="1" dirty="0">
                <a:latin typeface="Arial" panose="020B0604020202020204" pitchFamily="34" charset="0"/>
                <a:cs typeface="Arial" panose="020B0604020202020204" pitchFamily="34" charset="0"/>
              </a:rPr>
              <a:t>Conclusion:-</a:t>
            </a:r>
          </a:p>
        </p:txBody>
      </p:sp>
      <p:sp>
        <p:nvSpPr>
          <p:cNvPr id="5" name="TextBox 4">
            <a:extLst>
              <a:ext uri="{FF2B5EF4-FFF2-40B4-BE49-F238E27FC236}">
                <a16:creationId xmlns:a16="http://schemas.microsoft.com/office/drawing/2014/main" id="{D58B269F-F64C-13E9-32D7-8A09EF18A783}"/>
              </a:ext>
            </a:extLst>
          </p:cNvPr>
          <p:cNvSpPr txBox="1"/>
          <p:nvPr/>
        </p:nvSpPr>
        <p:spPr>
          <a:xfrm>
            <a:off x="779509" y="5473504"/>
            <a:ext cx="10564766" cy="923330"/>
          </a:xfrm>
          <a:prstGeom prst="rect">
            <a:avLst/>
          </a:prstGeom>
          <a:noFill/>
        </p:spPr>
        <p:txBody>
          <a:bodyPr wrap="square">
            <a:spAutoFit/>
          </a:bodyPr>
          <a:lstStyle/>
          <a:p>
            <a:pPr algn="just"/>
            <a:r>
              <a:rPr lang="en-IN" dirty="0"/>
              <a:t>By concluding 3</a:t>
            </a:r>
            <a:r>
              <a:rPr lang="en-IN" baseline="30000" dirty="0"/>
              <a:t>rd</a:t>
            </a:r>
            <a:r>
              <a:rPr lang="en-IN" dirty="0"/>
              <a:t> kpi, verified accounts have advantages in terms of trust and less risk. Meanwhile, the unverified accounts have to face risk and may impose the higher rate of interest </a:t>
            </a:r>
            <a:r>
              <a:rPr lang="en-US" b="0" i="0" dirty="0">
                <a:effectLst/>
                <a:latin typeface="Söhne"/>
              </a:rPr>
              <a:t>to compensate for the uncertainty.</a:t>
            </a:r>
            <a:endParaRPr lang="en-IN" dirty="0"/>
          </a:p>
        </p:txBody>
      </p:sp>
      <p:sp>
        <p:nvSpPr>
          <p:cNvPr id="11" name="Rectangle 10">
            <a:extLst>
              <a:ext uri="{FF2B5EF4-FFF2-40B4-BE49-F238E27FC236}">
                <a16:creationId xmlns:a16="http://schemas.microsoft.com/office/drawing/2014/main" id="{207D69BB-3C7B-DBFB-F1E9-1C850314AF1B}"/>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Subtitle 2">
            <a:extLst>
              <a:ext uri="{FF2B5EF4-FFF2-40B4-BE49-F238E27FC236}">
                <a16:creationId xmlns:a16="http://schemas.microsoft.com/office/drawing/2014/main" id="{1186D711-F9FA-9B8E-D28D-33E31092B522}"/>
              </a:ext>
            </a:extLst>
          </p:cNvPr>
          <p:cNvSpPr txBox="1">
            <a:spLocks/>
          </p:cNvSpPr>
          <p:nvPr/>
        </p:nvSpPr>
        <p:spPr>
          <a:xfrm>
            <a:off x="426291" y="3084493"/>
            <a:ext cx="4196566" cy="38421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IN" sz="2000" b="1" dirty="0">
                <a:latin typeface="Arial" panose="020B0604020202020204" pitchFamily="34" charset="0"/>
                <a:cs typeface="Arial" panose="020B0604020202020204" pitchFamily="34" charset="0"/>
              </a:rPr>
              <a:t>Key Suggestions :-</a:t>
            </a:r>
          </a:p>
        </p:txBody>
      </p:sp>
      <p:sp>
        <p:nvSpPr>
          <p:cNvPr id="13" name="TextBox 12">
            <a:extLst>
              <a:ext uri="{FF2B5EF4-FFF2-40B4-BE49-F238E27FC236}">
                <a16:creationId xmlns:a16="http://schemas.microsoft.com/office/drawing/2014/main" id="{2BE04925-72C1-72F3-D95B-04EFF6D37EBA}"/>
              </a:ext>
            </a:extLst>
          </p:cNvPr>
          <p:cNvSpPr txBox="1"/>
          <p:nvPr/>
        </p:nvSpPr>
        <p:spPr>
          <a:xfrm>
            <a:off x="779509" y="3788269"/>
            <a:ext cx="10564766" cy="646331"/>
          </a:xfrm>
          <a:prstGeom prst="rect">
            <a:avLst/>
          </a:prstGeom>
          <a:noFill/>
        </p:spPr>
        <p:txBody>
          <a:bodyPr wrap="square">
            <a:spAutoFit/>
          </a:bodyPr>
          <a:lstStyle/>
          <a:p>
            <a:pPr algn="just"/>
            <a:r>
              <a:rPr lang="en-US" b="0" i="0" dirty="0">
                <a:effectLst/>
                <a:latin typeface="Söhne"/>
              </a:rPr>
              <a:t>Review loan approval processes and credit policies to ensure that they suitable account for regional economic    conditions or seasonal factors that may influence borrower repayment behavior.</a:t>
            </a:r>
            <a:endParaRPr lang="en-IN" dirty="0"/>
          </a:p>
        </p:txBody>
      </p:sp>
    </p:spTree>
    <p:extLst>
      <p:ext uri="{BB962C8B-B14F-4D97-AF65-F5344CB8AC3E}">
        <p14:creationId xmlns:p14="http://schemas.microsoft.com/office/powerpoint/2010/main" val="3117961629"/>
      </p:ext>
    </p:extLst>
  </p:cSld>
  <p:clrMapOvr>
    <a:masterClrMapping/>
  </p:clrMapOvr>
  <mc:AlternateContent xmlns:mc="http://schemas.openxmlformats.org/markup-compatibility/2006" xmlns:p14="http://schemas.microsoft.com/office/powerpoint/2010/main">
    <mc:Choice Requires="p14">
      <p:transition spd="slow" p14:dur="2000" advTm="4519"/>
    </mc:Choice>
    <mc:Fallback xmlns="">
      <p:transition spd="slow" advTm="45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par>
                          <p:cTn id="14" fill="hold">
                            <p:stCondLst>
                              <p:cond delay="500"/>
                            </p:stCondLst>
                            <p:childTnLst>
                              <p:par>
                                <p:cTn id="15" presetID="14" presetClass="entr" presetSubtype="10"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randombar(horizontal)">
                                      <p:cBhvr>
                                        <p:cTn id="17" dur="500"/>
                                        <p:tgtEl>
                                          <p:spTgt spid="12"/>
                                        </p:tgtEl>
                                      </p:cBhvr>
                                    </p:animEffect>
                                  </p:childTnLst>
                                </p:cTn>
                              </p:par>
                            </p:childTnLst>
                          </p:cTn>
                        </p:par>
                        <p:par>
                          <p:cTn id="18" fill="hold">
                            <p:stCondLst>
                              <p:cond delay="1000"/>
                            </p:stCondLst>
                            <p:childTnLst>
                              <p:par>
                                <p:cTn id="19" presetID="14" presetClass="entr" presetSubtype="1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randombar(horizontal)">
                                      <p:cBhvr>
                                        <p:cTn id="21" dur="500"/>
                                        <p:tgtEl>
                                          <p:spTgt spid="13"/>
                                        </p:tgtEl>
                                      </p:cBhvr>
                                    </p:animEffect>
                                  </p:childTnLst>
                                </p:cTn>
                              </p:par>
                            </p:childTnLst>
                          </p:cTn>
                        </p:par>
                        <p:par>
                          <p:cTn id="22" fill="hold">
                            <p:stCondLst>
                              <p:cond delay="1500"/>
                            </p:stCondLst>
                            <p:childTnLst>
                              <p:par>
                                <p:cTn id="23" presetID="14" presetClass="entr" presetSubtype="10" fill="hold" nodeType="after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Effect transition="in" filter="randombar(horizontal)">
                                      <p:cBhvr>
                                        <p:cTn id="25"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12" grpId="0"/>
      <p:bldP spid="3" grpId="0"/>
      <p:bldP spid="6"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51A4-C47E-5778-4AA4-CD74728F6320}"/>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BC2B16AF-B33E-8CFC-E61B-670F0C649767}"/>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44F902B5-A618-E40B-52AD-F01C71278D1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0DA52703-75E1-E934-D6C3-B49B47616101}"/>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6D7D2001-D217-12E5-82C4-4457478285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4528288F-CEB2-6C50-935B-8B7BD5F04889}"/>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42E13855-31D5-FE15-4E6F-3E82113D3D9D}"/>
              </a:ext>
            </a:extLst>
          </p:cNvPr>
          <p:cNvSpPr txBox="1">
            <a:spLocks/>
          </p:cNvSpPr>
          <p:nvPr/>
        </p:nvSpPr>
        <p:spPr>
          <a:xfrm>
            <a:off x="431873" y="1214935"/>
            <a:ext cx="7485159" cy="48569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b="1" dirty="0">
                <a:latin typeface="Arial" panose="020B0604020202020204" pitchFamily="34" charset="0"/>
                <a:cs typeface="Arial" panose="020B0604020202020204" pitchFamily="34" charset="0"/>
              </a:rPr>
              <a:t>  4. Home ownership VS last payment date status:-</a:t>
            </a:r>
          </a:p>
        </p:txBody>
      </p:sp>
      <p:sp>
        <p:nvSpPr>
          <p:cNvPr id="11" name="Rectangle 10">
            <a:extLst>
              <a:ext uri="{FF2B5EF4-FFF2-40B4-BE49-F238E27FC236}">
                <a16:creationId xmlns:a16="http://schemas.microsoft.com/office/drawing/2014/main" id="{ECE24D05-F399-3640-24D8-F94D42106114}"/>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TextBox 4">
            <a:extLst>
              <a:ext uri="{FF2B5EF4-FFF2-40B4-BE49-F238E27FC236}">
                <a16:creationId xmlns:a16="http://schemas.microsoft.com/office/drawing/2014/main" id="{37278D5A-EB83-34C0-EA71-B05C0F99D057}"/>
              </a:ext>
            </a:extLst>
          </p:cNvPr>
          <p:cNvSpPr txBox="1"/>
          <p:nvPr/>
        </p:nvSpPr>
        <p:spPr>
          <a:xfrm>
            <a:off x="340433" y="1824914"/>
            <a:ext cx="6193717" cy="1477328"/>
          </a:xfrm>
          <a:prstGeom prst="rect">
            <a:avLst/>
          </a:prstGeom>
          <a:noFill/>
        </p:spPr>
        <p:txBody>
          <a:bodyPr wrap="square">
            <a:spAutoFit/>
          </a:bodyPr>
          <a:lstStyle/>
          <a:p>
            <a:pPr marL="285750" indent="-285750" algn="just">
              <a:buFont typeface="Wingdings" panose="05000000000000000000" pitchFamily="2" charset="2"/>
              <a:buChar char="Ø"/>
            </a:pPr>
            <a:r>
              <a:rPr lang="en-US" b="0" i="0" dirty="0">
                <a:effectLst/>
                <a:latin typeface="Söhne"/>
              </a:rPr>
              <a:t>The home ownership status and the last payment date holds pivotal importance for risk assessment and loan portfolio management of home ownership status and its correlation with the timing of last payments among bank loan customers. </a:t>
            </a:r>
            <a:endParaRPr lang="en-IN" dirty="0"/>
          </a:p>
        </p:txBody>
      </p:sp>
      <p:graphicFrame>
        <p:nvGraphicFramePr>
          <p:cNvPr id="2" name="Chart 1">
            <a:extLst>
              <a:ext uri="{FF2B5EF4-FFF2-40B4-BE49-F238E27FC236}">
                <a16:creationId xmlns:a16="http://schemas.microsoft.com/office/drawing/2014/main" id="{82FCFB91-6123-4E23-B676-36FE0461062E}"/>
              </a:ext>
            </a:extLst>
          </p:cNvPr>
          <p:cNvGraphicFramePr>
            <a:graphicFrameLocks/>
          </p:cNvGraphicFramePr>
          <p:nvPr>
            <p:extLst>
              <p:ext uri="{D42A27DB-BD31-4B8C-83A1-F6EECF244321}">
                <p14:modId xmlns:p14="http://schemas.microsoft.com/office/powerpoint/2010/main" val="638121074"/>
              </p:ext>
            </p:extLst>
          </p:nvPr>
        </p:nvGraphicFramePr>
        <p:xfrm>
          <a:off x="6671839" y="1869788"/>
          <a:ext cx="5179728" cy="44881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69875602"/>
      </p:ext>
    </p:extLst>
  </p:cSld>
  <p:clrMapOvr>
    <a:masterClrMapping/>
  </p:clrMapOvr>
  <mc:AlternateContent xmlns:mc="http://schemas.openxmlformats.org/markup-compatibility/2006" xmlns:p14="http://schemas.microsoft.com/office/powerpoint/2010/main">
    <mc:Choice Requires="p14">
      <p:transition spd="slow" p14:dur="2000" advTm="3765"/>
    </mc:Choice>
    <mc:Fallback xmlns="">
      <p:transition spd="slow" advTm="37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21804-4111-E4BF-05BD-AEBA8F5956D1}"/>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B002F3B6-A482-F995-12FA-BCB2835950AE}"/>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77E38343-D642-F941-2038-53EEA73E904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DE3524C5-4FDB-F2DF-9D75-0932CDEA2A6D}"/>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FB01F393-83F4-14AB-78EB-8C8177FFC3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649077AC-EE08-4690-B16C-D00D5110CE9D}"/>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4B99E69B-9E25-299E-7DC9-4FE5D2C8B7A6}"/>
              </a:ext>
            </a:extLst>
          </p:cNvPr>
          <p:cNvSpPr txBox="1">
            <a:spLocks/>
          </p:cNvSpPr>
          <p:nvPr/>
        </p:nvSpPr>
        <p:spPr>
          <a:xfrm>
            <a:off x="431872" y="1134253"/>
            <a:ext cx="2938857" cy="42407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IN" sz="2000" b="1" dirty="0">
                <a:latin typeface="Arial" panose="020B0604020202020204" pitchFamily="34" charset="0"/>
                <a:cs typeface="Arial" panose="020B0604020202020204" pitchFamily="34" charset="0"/>
              </a:rPr>
              <a:t>Observation:-</a:t>
            </a:r>
          </a:p>
        </p:txBody>
      </p:sp>
      <p:sp>
        <p:nvSpPr>
          <p:cNvPr id="3" name="Subtitle 2">
            <a:extLst>
              <a:ext uri="{FF2B5EF4-FFF2-40B4-BE49-F238E27FC236}">
                <a16:creationId xmlns:a16="http://schemas.microsoft.com/office/drawing/2014/main" id="{6A34632C-8BF9-0057-C006-DCD56A7AB19E}"/>
              </a:ext>
            </a:extLst>
          </p:cNvPr>
          <p:cNvSpPr txBox="1">
            <a:spLocks/>
          </p:cNvSpPr>
          <p:nvPr/>
        </p:nvSpPr>
        <p:spPr>
          <a:xfrm>
            <a:off x="431872" y="4829903"/>
            <a:ext cx="4196566" cy="32119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IN" sz="2000" b="1" dirty="0">
                <a:latin typeface="Arial" panose="020B0604020202020204" pitchFamily="34" charset="0"/>
                <a:cs typeface="Arial" panose="020B0604020202020204" pitchFamily="34" charset="0"/>
              </a:rPr>
              <a:t>Conclusion:-</a:t>
            </a:r>
          </a:p>
        </p:txBody>
      </p:sp>
      <p:sp>
        <p:nvSpPr>
          <p:cNvPr id="11" name="Rectangle 10">
            <a:extLst>
              <a:ext uri="{FF2B5EF4-FFF2-40B4-BE49-F238E27FC236}">
                <a16:creationId xmlns:a16="http://schemas.microsoft.com/office/drawing/2014/main" id="{238E558C-379D-9629-000E-6D0F14EFF913}"/>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Subtitle 2">
            <a:extLst>
              <a:ext uri="{FF2B5EF4-FFF2-40B4-BE49-F238E27FC236}">
                <a16:creationId xmlns:a16="http://schemas.microsoft.com/office/drawing/2014/main" id="{5CB7F54F-A39D-C353-FFF6-73C2504CC1E4}"/>
              </a:ext>
            </a:extLst>
          </p:cNvPr>
          <p:cNvSpPr txBox="1">
            <a:spLocks/>
          </p:cNvSpPr>
          <p:nvPr/>
        </p:nvSpPr>
        <p:spPr>
          <a:xfrm>
            <a:off x="431872" y="3063621"/>
            <a:ext cx="4196566" cy="42595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IN" sz="2000" b="1" dirty="0">
                <a:latin typeface="Arial" panose="020B0604020202020204" pitchFamily="34" charset="0"/>
                <a:cs typeface="Arial" panose="020B0604020202020204" pitchFamily="34" charset="0"/>
              </a:rPr>
              <a:t>Key Suggestions :-</a:t>
            </a:r>
          </a:p>
        </p:txBody>
      </p:sp>
      <p:sp>
        <p:nvSpPr>
          <p:cNvPr id="13" name="TextBox 12">
            <a:extLst>
              <a:ext uri="{FF2B5EF4-FFF2-40B4-BE49-F238E27FC236}">
                <a16:creationId xmlns:a16="http://schemas.microsoft.com/office/drawing/2014/main" id="{1AE03FC7-9692-A5B0-ADCF-9C7742D4C5CB}"/>
              </a:ext>
            </a:extLst>
          </p:cNvPr>
          <p:cNvSpPr txBox="1"/>
          <p:nvPr/>
        </p:nvSpPr>
        <p:spPr>
          <a:xfrm>
            <a:off x="770964" y="3485097"/>
            <a:ext cx="10816198" cy="923330"/>
          </a:xfrm>
          <a:prstGeom prst="rect">
            <a:avLst/>
          </a:prstGeom>
          <a:noFill/>
        </p:spPr>
        <p:txBody>
          <a:bodyPr wrap="square">
            <a:spAutoFit/>
          </a:bodyPr>
          <a:lstStyle/>
          <a:p>
            <a:pPr marL="0" indent="0" algn="just">
              <a:lnSpc>
                <a:spcPct val="100000"/>
              </a:lnSpc>
              <a:spcBef>
                <a:spcPts val="0"/>
              </a:spcBef>
              <a:buFontTx/>
              <a:buNone/>
            </a:pPr>
            <a:r>
              <a:rPr lang="en-US" sz="1800" b="0" i="0" dirty="0">
                <a:effectLst/>
                <a:latin typeface="Söhne"/>
              </a:rPr>
              <a:t>If there are disparities in last payment date statuses between different categories of home ownership. consider implementing targeted financial education or counseling programs to assist borrowers in managing their mortgage or rental obligations effectively.</a:t>
            </a:r>
            <a:endParaRPr lang="en-IN" dirty="0"/>
          </a:p>
        </p:txBody>
      </p:sp>
      <p:sp>
        <p:nvSpPr>
          <p:cNvPr id="14" name="TextBox 13">
            <a:extLst>
              <a:ext uri="{FF2B5EF4-FFF2-40B4-BE49-F238E27FC236}">
                <a16:creationId xmlns:a16="http://schemas.microsoft.com/office/drawing/2014/main" id="{DDCD43DC-713B-3FCC-EF43-EA86D94C3B9E}"/>
              </a:ext>
            </a:extLst>
          </p:cNvPr>
          <p:cNvSpPr txBox="1"/>
          <p:nvPr/>
        </p:nvSpPr>
        <p:spPr>
          <a:xfrm>
            <a:off x="770963" y="1628329"/>
            <a:ext cx="10816199" cy="1200329"/>
          </a:xfrm>
          <a:prstGeom prst="rect">
            <a:avLst/>
          </a:prstGeom>
          <a:noFill/>
        </p:spPr>
        <p:txBody>
          <a:bodyPr wrap="square">
            <a:spAutoFit/>
          </a:bodyPr>
          <a:lstStyle/>
          <a:p>
            <a:pPr marL="0" indent="0" algn="just">
              <a:lnSpc>
                <a:spcPct val="100000"/>
              </a:lnSpc>
              <a:spcBef>
                <a:spcPts val="0"/>
              </a:spcBef>
              <a:buFontTx/>
              <a:buNone/>
            </a:pPr>
            <a:r>
              <a:rPr lang="en-US" sz="1800" b="0" i="0" dirty="0">
                <a:effectLst/>
                <a:latin typeface="Söhne"/>
              </a:rPr>
              <a:t>Analyze the distribution of last payment date statuses across different categories of home ownership. As we see the </a:t>
            </a:r>
            <a:r>
              <a:rPr lang="en-US" dirty="0">
                <a:latin typeface="Söhne"/>
              </a:rPr>
              <a:t>own is 7.04% same as rent is  of 42.67% and mortgage is of 50.29%. </a:t>
            </a:r>
          </a:p>
          <a:p>
            <a:pPr marL="0" indent="0" algn="just">
              <a:lnSpc>
                <a:spcPct val="100000"/>
              </a:lnSpc>
              <a:spcBef>
                <a:spcPts val="0"/>
              </a:spcBef>
              <a:buFontTx/>
              <a:buNone/>
            </a:pPr>
            <a:endParaRPr lang="en-US" dirty="0">
              <a:latin typeface="Söhne"/>
            </a:endParaRPr>
          </a:p>
          <a:p>
            <a:pPr marL="0" indent="0" algn="just">
              <a:lnSpc>
                <a:spcPct val="100000"/>
              </a:lnSpc>
              <a:spcBef>
                <a:spcPts val="0"/>
              </a:spcBef>
              <a:buFontTx/>
              <a:buNone/>
            </a:pPr>
            <a:r>
              <a:rPr lang="en-US" sz="1800" b="0" i="0" dirty="0">
                <a:effectLst/>
                <a:latin typeface="Söhne"/>
              </a:rPr>
              <a:t>Determine if there are any differences in last payment date statuses based on home ownership status</a:t>
            </a:r>
            <a:endParaRPr lang="en-IN" dirty="0"/>
          </a:p>
        </p:txBody>
      </p:sp>
      <p:sp>
        <p:nvSpPr>
          <p:cNvPr id="19" name="TextBox 18">
            <a:extLst>
              <a:ext uri="{FF2B5EF4-FFF2-40B4-BE49-F238E27FC236}">
                <a16:creationId xmlns:a16="http://schemas.microsoft.com/office/drawing/2014/main" id="{D3331615-120A-59A7-39EB-8D02F368D46D}"/>
              </a:ext>
            </a:extLst>
          </p:cNvPr>
          <p:cNvSpPr txBox="1"/>
          <p:nvPr/>
        </p:nvSpPr>
        <p:spPr>
          <a:xfrm>
            <a:off x="770963" y="5375399"/>
            <a:ext cx="10630461" cy="646331"/>
          </a:xfrm>
          <a:prstGeom prst="rect">
            <a:avLst/>
          </a:prstGeom>
          <a:noFill/>
        </p:spPr>
        <p:txBody>
          <a:bodyPr wrap="square">
            <a:spAutoFit/>
          </a:bodyPr>
          <a:lstStyle/>
          <a:p>
            <a:pPr algn="just"/>
            <a:r>
              <a:rPr lang="en-IN" dirty="0"/>
              <a:t>By concluding 4th kpi, </a:t>
            </a:r>
            <a:r>
              <a:rPr lang="en-US" dirty="0">
                <a:latin typeface="Söhne"/>
              </a:rPr>
              <a:t>the</a:t>
            </a:r>
            <a:r>
              <a:rPr lang="en-US" sz="1800" b="0" i="0" dirty="0">
                <a:effectLst/>
                <a:latin typeface="Söhne"/>
              </a:rPr>
              <a:t> home ownership status and last payment date status, the relationship between housing tenure and loan repayment behavior</a:t>
            </a:r>
            <a:endParaRPr lang="en-IN" dirty="0"/>
          </a:p>
        </p:txBody>
      </p:sp>
    </p:spTree>
    <p:extLst>
      <p:ext uri="{BB962C8B-B14F-4D97-AF65-F5344CB8AC3E}">
        <p14:creationId xmlns:p14="http://schemas.microsoft.com/office/powerpoint/2010/main" val="1818485377"/>
      </p:ext>
    </p:extLst>
  </p:cSld>
  <p:clrMapOvr>
    <a:masterClrMapping/>
  </p:clrMapOvr>
  <mc:AlternateContent xmlns:mc="http://schemas.openxmlformats.org/markup-compatibility/2006" xmlns:p14="http://schemas.microsoft.com/office/powerpoint/2010/main">
    <mc:Choice Requires="p14">
      <p:transition spd="slow" p14:dur="2000" advTm="3957"/>
    </mc:Choice>
    <mc:Fallback xmlns="">
      <p:transition spd="slow" advTm="39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par>
                          <p:cTn id="14" fill="hold">
                            <p:stCondLst>
                              <p:cond delay="500"/>
                            </p:stCondLst>
                            <p:childTnLst>
                              <p:par>
                                <p:cTn id="15" presetID="14" presetClass="entr" presetSubtype="1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randombar(horizontal)">
                                      <p:cBhvr>
                                        <p:cTn id="17" dur="500"/>
                                        <p:tgtEl>
                                          <p:spTgt spid="14"/>
                                        </p:tgtEl>
                                      </p:cBhvr>
                                    </p:animEffect>
                                  </p:childTnLst>
                                </p:cTn>
                              </p:par>
                            </p:childTnLst>
                          </p:cTn>
                        </p:par>
                        <p:par>
                          <p:cTn id="18" fill="hold">
                            <p:stCondLst>
                              <p:cond delay="1000"/>
                            </p:stCondLst>
                            <p:childTnLst>
                              <p:par>
                                <p:cTn id="19" presetID="14" presetClass="entr" presetSubtype="1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randombar(horizontal)">
                                      <p:cBhvr>
                                        <p:cTn id="21" dur="500"/>
                                        <p:tgtEl>
                                          <p:spTgt spid="13"/>
                                        </p:tgtEl>
                                      </p:cBhvr>
                                    </p:animEffect>
                                  </p:childTnLst>
                                </p:cTn>
                              </p:par>
                            </p:childTnLst>
                          </p:cTn>
                        </p:par>
                        <p:par>
                          <p:cTn id="22" fill="hold">
                            <p:stCondLst>
                              <p:cond delay="1500"/>
                            </p:stCondLst>
                            <p:childTnLst>
                              <p:par>
                                <p:cTn id="23" presetID="14" presetClass="entr" presetSubtype="10"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randombar(horizontal)">
                                      <p:cBhvr>
                                        <p:cTn id="2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 grpId="0"/>
      <p:bldP spid="6" grpId="0"/>
      <p:bldP spid="13" grpId="0"/>
      <p:bldP spid="14"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51A4-C47E-5778-4AA4-CD74728F6320}"/>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BC2B16AF-B33E-8CFC-E61B-670F0C649767}"/>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44F902B5-A618-E40B-52AD-F01C71278D1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0DA52703-75E1-E934-D6C3-B49B47616101}"/>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6D7D2001-D217-12E5-82C4-4457478285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4528288F-CEB2-6C50-935B-8B7BD5F04889}"/>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42E13855-31D5-FE15-4E6F-3E82113D3D9D}"/>
              </a:ext>
            </a:extLst>
          </p:cNvPr>
          <p:cNvSpPr txBox="1">
            <a:spLocks/>
          </p:cNvSpPr>
          <p:nvPr/>
        </p:nvSpPr>
        <p:spPr>
          <a:xfrm>
            <a:off x="431873" y="1207420"/>
            <a:ext cx="6408797" cy="46650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b="1" dirty="0">
                <a:latin typeface="Arial" panose="020B0604020202020204" pitchFamily="34" charset="0"/>
                <a:cs typeface="Arial" panose="020B0604020202020204" pitchFamily="34" charset="0"/>
              </a:rPr>
              <a:t>  5. State wise and month wise loan status :-</a:t>
            </a:r>
          </a:p>
        </p:txBody>
      </p:sp>
      <p:sp>
        <p:nvSpPr>
          <p:cNvPr id="11" name="Rectangle 10">
            <a:extLst>
              <a:ext uri="{FF2B5EF4-FFF2-40B4-BE49-F238E27FC236}">
                <a16:creationId xmlns:a16="http://schemas.microsoft.com/office/drawing/2014/main" id="{ECE24D05-F399-3640-24D8-F94D42106114}"/>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id="{83C8B2B5-1942-8546-3623-390EFAD109A1}"/>
              </a:ext>
            </a:extLst>
          </p:cNvPr>
          <p:cNvSpPr txBox="1"/>
          <p:nvPr/>
        </p:nvSpPr>
        <p:spPr>
          <a:xfrm>
            <a:off x="431874" y="1825089"/>
            <a:ext cx="11175850" cy="1754326"/>
          </a:xfrm>
          <a:prstGeom prst="rect">
            <a:avLst/>
          </a:prstGeom>
          <a:noFill/>
        </p:spPr>
        <p:txBody>
          <a:bodyPr wrap="square">
            <a:spAutoFit/>
          </a:bodyPr>
          <a:lstStyle/>
          <a:p>
            <a:pPr marL="285750" indent="-285750" algn="just">
              <a:buFont typeface="Wingdings" panose="05000000000000000000" pitchFamily="2" charset="2"/>
              <a:buChar char="Ø"/>
            </a:pPr>
            <a:r>
              <a:rPr lang="en-US" dirty="0">
                <a:latin typeface="Söhne"/>
              </a:rPr>
              <a:t>U</a:t>
            </a:r>
            <a:r>
              <a:rPr lang="en-US" b="0" i="0" dirty="0">
                <a:effectLst/>
                <a:latin typeface="Söhne"/>
              </a:rPr>
              <a:t>nderstanding the state-wise and month-wise loan status of bank loan customers is crucial for strategic decision-making and risk assessment. This aims to delivered into the dynamic interplay between geographic location, temporal trends, and loan repayment behaviors. </a:t>
            </a:r>
          </a:p>
          <a:p>
            <a:pPr algn="just"/>
            <a:endParaRPr lang="en-US" b="0" i="0" dirty="0">
              <a:effectLst/>
              <a:latin typeface="Söhne"/>
            </a:endParaRPr>
          </a:p>
          <a:p>
            <a:pPr marL="285750" indent="-285750" algn="just">
              <a:buFont typeface="Wingdings" panose="05000000000000000000" pitchFamily="2" charset="2"/>
              <a:buChar char="Ø"/>
            </a:pPr>
            <a:r>
              <a:rPr lang="en-US" b="0" i="0" dirty="0">
                <a:effectLst/>
                <a:latin typeface="Söhne"/>
              </a:rPr>
              <a:t>By analyzing loan data categorized by state and month, we seek to uncover insights into regional variations in loan performance, default rates, and repayment patterns over time.</a:t>
            </a:r>
            <a:endParaRPr lang="en-IN" dirty="0">
              <a:highlight>
                <a:srgbClr val="FFFF00"/>
              </a:highlight>
            </a:endParaRPr>
          </a:p>
        </p:txBody>
      </p:sp>
      <p:graphicFrame>
        <p:nvGraphicFramePr>
          <p:cNvPr id="2" name="Chart 1">
            <a:extLst>
              <a:ext uri="{FF2B5EF4-FFF2-40B4-BE49-F238E27FC236}">
                <a16:creationId xmlns:a16="http://schemas.microsoft.com/office/drawing/2014/main" id="{E4609F6C-61DF-44FC-96B4-D74407CC151B}"/>
              </a:ext>
            </a:extLst>
          </p:cNvPr>
          <p:cNvGraphicFramePr>
            <a:graphicFrameLocks/>
          </p:cNvGraphicFramePr>
          <p:nvPr>
            <p:extLst>
              <p:ext uri="{D42A27DB-BD31-4B8C-83A1-F6EECF244321}">
                <p14:modId xmlns:p14="http://schemas.microsoft.com/office/powerpoint/2010/main" val="1201520907"/>
              </p:ext>
            </p:extLst>
          </p:nvPr>
        </p:nvGraphicFramePr>
        <p:xfrm>
          <a:off x="548605" y="3684225"/>
          <a:ext cx="11059119" cy="301474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5765908"/>
      </p:ext>
    </p:extLst>
  </p:cSld>
  <p:clrMapOvr>
    <a:masterClrMapping/>
  </p:clrMapOvr>
  <mc:AlternateContent xmlns:mc="http://schemas.openxmlformats.org/markup-compatibility/2006" xmlns:p14="http://schemas.microsoft.com/office/powerpoint/2010/main">
    <mc:Choice Requires="p14">
      <p:transition spd="slow" p14:dur="2000" advTm="3601"/>
    </mc:Choice>
    <mc:Fallback xmlns="">
      <p:transition spd="slow" advTm="360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9846D-F906-2D08-61DC-C7484C106508}"/>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F2223807-7CE3-387E-DF14-573D813EB619}"/>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854BD1B3-A695-E141-013F-C25D6ABFB45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5AB74B4D-7F52-06CF-3C34-D1DF9D1BAA37}"/>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CD7D6CB4-07C7-3EC0-A05A-716D745BE1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E2DEA569-F359-C6C6-D402-28AA05AD328A}"/>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57BC82BD-6F4C-DEB7-9E50-1470802E3D3C}"/>
              </a:ext>
            </a:extLst>
          </p:cNvPr>
          <p:cNvSpPr txBox="1">
            <a:spLocks/>
          </p:cNvSpPr>
          <p:nvPr/>
        </p:nvSpPr>
        <p:spPr>
          <a:xfrm>
            <a:off x="431870" y="1109296"/>
            <a:ext cx="4826091" cy="36457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IN" sz="2000" b="1" dirty="0">
                <a:latin typeface="Arial" panose="020B0604020202020204" pitchFamily="34" charset="0"/>
                <a:cs typeface="Arial" panose="020B0604020202020204" pitchFamily="34" charset="0"/>
              </a:rPr>
              <a:t>Observation:-</a:t>
            </a:r>
          </a:p>
        </p:txBody>
      </p:sp>
      <p:sp>
        <p:nvSpPr>
          <p:cNvPr id="3" name="Subtitle 2">
            <a:extLst>
              <a:ext uri="{FF2B5EF4-FFF2-40B4-BE49-F238E27FC236}">
                <a16:creationId xmlns:a16="http://schemas.microsoft.com/office/drawing/2014/main" id="{4E49FC80-11B8-D458-4096-8A2362A7A8CB}"/>
              </a:ext>
            </a:extLst>
          </p:cNvPr>
          <p:cNvSpPr txBox="1">
            <a:spLocks/>
          </p:cNvSpPr>
          <p:nvPr/>
        </p:nvSpPr>
        <p:spPr>
          <a:xfrm>
            <a:off x="431872" y="4907198"/>
            <a:ext cx="4196566" cy="43680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IN" sz="2000" b="1" dirty="0">
                <a:latin typeface="Arial" panose="020B0604020202020204" pitchFamily="34" charset="0"/>
                <a:cs typeface="Arial" panose="020B0604020202020204" pitchFamily="34" charset="0"/>
              </a:rPr>
              <a:t>Conclusion:-</a:t>
            </a:r>
          </a:p>
        </p:txBody>
      </p:sp>
      <p:sp>
        <p:nvSpPr>
          <p:cNvPr id="11" name="Rectangle 10">
            <a:extLst>
              <a:ext uri="{FF2B5EF4-FFF2-40B4-BE49-F238E27FC236}">
                <a16:creationId xmlns:a16="http://schemas.microsoft.com/office/drawing/2014/main" id="{F6751DBD-2510-3D06-9DCA-42CD30583793}"/>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 name="Subtitle 2">
            <a:extLst>
              <a:ext uri="{FF2B5EF4-FFF2-40B4-BE49-F238E27FC236}">
                <a16:creationId xmlns:a16="http://schemas.microsoft.com/office/drawing/2014/main" id="{B919185A-2347-EA7C-B88D-31801D9F3B55}"/>
              </a:ext>
            </a:extLst>
          </p:cNvPr>
          <p:cNvSpPr txBox="1">
            <a:spLocks/>
          </p:cNvSpPr>
          <p:nvPr/>
        </p:nvSpPr>
        <p:spPr>
          <a:xfrm>
            <a:off x="431870" y="3121661"/>
            <a:ext cx="4196566" cy="46990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IN" sz="2000" b="1" dirty="0">
                <a:latin typeface="Arial" panose="020B0604020202020204" pitchFamily="34" charset="0"/>
                <a:cs typeface="Arial" panose="020B0604020202020204" pitchFamily="34" charset="0"/>
              </a:rPr>
              <a:t>Key Suggestions :-</a:t>
            </a:r>
          </a:p>
        </p:txBody>
      </p:sp>
      <p:sp>
        <p:nvSpPr>
          <p:cNvPr id="13" name="TextBox 12">
            <a:extLst>
              <a:ext uri="{FF2B5EF4-FFF2-40B4-BE49-F238E27FC236}">
                <a16:creationId xmlns:a16="http://schemas.microsoft.com/office/drawing/2014/main" id="{E6FA1C6F-201A-174A-F865-75CA00DB4560}"/>
              </a:ext>
            </a:extLst>
          </p:cNvPr>
          <p:cNvSpPr txBox="1"/>
          <p:nvPr/>
        </p:nvSpPr>
        <p:spPr>
          <a:xfrm>
            <a:off x="779928" y="3834457"/>
            <a:ext cx="10250022" cy="646331"/>
          </a:xfrm>
          <a:prstGeom prst="rect">
            <a:avLst/>
          </a:prstGeom>
          <a:noFill/>
        </p:spPr>
        <p:txBody>
          <a:bodyPr wrap="square">
            <a:spAutoFit/>
          </a:bodyPr>
          <a:lstStyle/>
          <a:p>
            <a:pPr marL="0" indent="0" algn="just">
              <a:lnSpc>
                <a:spcPct val="100000"/>
              </a:lnSpc>
              <a:spcBef>
                <a:spcPts val="0"/>
              </a:spcBef>
              <a:buFontTx/>
              <a:buNone/>
            </a:pPr>
            <a:r>
              <a:rPr lang="en-US" b="0" i="0" dirty="0">
                <a:effectLst/>
                <a:latin typeface="Söhne"/>
              </a:rPr>
              <a:t>Review loan approval processes and credit policies to ensure that there </a:t>
            </a:r>
            <a:r>
              <a:rPr lang="en-US" dirty="0">
                <a:latin typeface="Söhne"/>
              </a:rPr>
              <a:t>suitable</a:t>
            </a:r>
            <a:r>
              <a:rPr lang="en-US" b="0" i="0" dirty="0">
                <a:effectLst/>
                <a:latin typeface="Söhne"/>
              </a:rPr>
              <a:t> account for regional economic    conditions or seasonal factors that may influence borrower repayment behavior.</a:t>
            </a:r>
            <a:endParaRPr lang="en-IN" dirty="0"/>
          </a:p>
        </p:txBody>
      </p:sp>
      <p:sp>
        <p:nvSpPr>
          <p:cNvPr id="14" name="TextBox 13">
            <a:extLst>
              <a:ext uri="{FF2B5EF4-FFF2-40B4-BE49-F238E27FC236}">
                <a16:creationId xmlns:a16="http://schemas.microsoft.com/office/drawing/2014/main" id="{131714E8-F7EC-82B1-9380-2F4D914DC2DC}"/>
              </a:ext>
            </a:extLst>
          </p:cNvPr>
          <p:cNvSpPr txBox="1"/>
          <p:nvPr/>
        </p:nvSpPr>
        <p:spPr>
          <a:xfrm>
            <a:off x="779928" y="1733406"/>
            <a:ext cx="10250022" cy="923330"/>
          </a:xfrm>
          <a:prstGeom prst="rect">
            <a:avLst/>
          </a:prstGeom>
          <a:noFill/>
        </p:spPr>
        <p:txBody>
          <a:bodyPr wrap="square">
            <a:spAutoFit/>
          </a:bodyPr>
          <a:lstStyle/>
          <a:p>
            <a:pPr marL="0" indent="0" algn="just">
              <a:lnSpc>
                <a:spcPct val="100000"/>
              </a:lnSpc>
              <a:spcBef>
                <a:spcPts val="0"/>
              </a:spcBef>
              <a:buFontTx/>
              <a:buNone/>
            </a:pPr>
            <a:r>
              <a:rPr lang="en-US" b="0" i="0" dirty="0">
                <a:effectLst/>
                <a:latin typeface="Söhne"/>
              </a:rPr>
              <a:t>Analyze the distribution of loan statuses, across different states and months to identify any trends or patterns, investigate any seasonal variations in loan statuses and assess their potential impact on portfolio performance</a:t>
            </a:r>
            <a:endParaRPr lang="en-IN" dirty="0">
              <a:latin typeface="Posterama" panose="020B0504020200020000" pitchFamily="34" charset="0"/>
              <a:ea typeface="微软雅黑"/>
              <a:cs typeface="Posterama" panose="020B0504020200020000" pitchFamily="34" charset="0"/>
            </a:endParaRPr>
          </a:p>
        </p:txBody>
      </p:sp>
      <p:sp>
        <p:nvSpPr>
          <p:cNvPr id="19" name="TextBox 18">
            <a:extLst>
              <a:ext uri="{FF2B5EF4-FFF2-40B4-BE49-F238E27FC236}">
                <a16:creationId xmlns:a16="http://schemas.microsoft.com/office/drawing/2014/main" id="{2C7F5EBD-A6B5-1567-099E-CA0135AC0F7D}"/>
              </a:ext>
            </a:extLst>
          </p:cNvPr>
          <p:cNvSpPr txBox="1"/>
          <p:nvPr/>
        </p:nvSpPr>
        <p:spPr>
          <a:xfrm>
            <a:off x="779928" y="5554066"/>
            <a:ext cx="10250022" cy="646331"/>
          </a:xfrm>
          <a:prstGeom prst="rect">
            <a:avLst/>
          </a:prstGeom>
          <a:noFill/>
        </p:spPr>
        <p:txBody>
          <a:bodyPr wrap="square">
            <a:spAutoFit/>
          </a:bodyPr>
          <a:lstStyle/>
          <a:p>
            <a:pPr algn="just"/>
            <a:r>
              <a:rPr lang="en-IN" dirty="0"/>
              <a:t>By concluding 5th kpi</a:t>
            </a:r>
            <a:r>
              <a:rPr lang="en-IN" b="1" dirty="0">
                <a:latin typeface="Posterama" panose="020B0504020200020000" pitchFamily="34" charset="0"/>
                <a:ea typeface="微软雅黑"/>
                <a:cs typeface="Posterama" panose="020B0504020200020000" pitchFamily="34" charset="0"/>
              </a:rPr>
              <a:t>, </a:t>
            </a:r>
            <a:r>
              <a:rPr lang="en-US" b="0" i="0" dirty="0">
                <a:effectLst/>
                <a:latin typeface="Söhne"/>
              </a:rPr>
              <a:t>Identify any geographic or temporal trends in loan performance that may warrant adjustments to lending policies, portfolio allocation, or customer engagement approaches.</a:t>
            </a:r>
            <a:endParaRPr lang="en-IN" dirty="0"/>
          </a:p>
        </p:txBody>
      </p:sp>
    </p:spTree>
    <p:extLst>
      <p:ext uri="{BB962C8B-B14F-4D97-AF65-F5344CB8AC3E}">
        <p14:creationId xmlns:p14="http://schemas.microsoft.com/office/powerpoint/2010/main" val="2545020511"/>
      </p:ext>
    </p:extLst>
  </p:cSld>
  <p:clrMapOvr>
    <a:masterClrMapping/>
  </p:clrMapOvr>
  <mc:AlternateContent xmlns:mc="http://schemas.openxmlformats.org/markup-compatibility/2006" xmlns:p14="http://schemas.microsoft.com/office/powerpoint/2010/main">
    <mc:Choice Requires="p14">
      <p:transition spd="slow" p14:dur="2000" advTm="4239"/>
    </mc:Choice>
    <mc:Fallback xmlns="">
      <p:transition spd="slow" advTm="42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par>
                          <p:cTn id="14" fill="hold">
                            <p:stCondLst>
                              <p:cond delay="500"/>
                            </p:stCondLst>
                            <p:childTnLst>
                              <p:par>
                                <p:cTn id="15" presetID="14" presetClass="entr" presetSubtype="1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randombar(horizontal)">
                                      <p:cBhvr>
                                        <p:cTn id="17" dur="500"/>
                                        <p:tgtEl>
                                          <p:spTgt spid="14"/>
                                        </p:tgtEl>
                                      </p:cBhvr>
                                    </p:animEffect>
                                  </p:childTnLst>
                                </p:cTn>
                              </p:par>
                            </p:childTnLst>
                          </p:cTn>
                        </p:par>
                        <p:par>
                          <p:cTn id="18" fill="hold">
                            <p:stCondLst>
                              <p:cond delay="1000"/>
                            </p:stCondLst>
                            <p:childTnLst>
                              <p:par>
                                <p:cTn id="19" presetID="14" presetClass="entr" presetSubtype="10"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randombar(horizontal)">
                                      <p:cBhvr>
                                        <p:cTn id="21" dur="500"/>
                                        <p:tgtEl>
                                          <p:spTgt spid="13"/>
                                        </p:tgtEl>
                                      </p:cBhvr>
                                    </p:animEffect>
                                  </p:childTnLst>
                                </p:cTn>
                              </p:par>
                            </p:childTnLst>
                          </p:cTn>
                        </p:par>
                        <p:par>
                          <p:cTn id="22" fill="hold">
                            <p:stCondLst>
                              <p:cond delay="1500"/>
                            </p:stCondLst>
                            <p:childTnLst>
                              <p:par>
                                <p:cTn id="23" presetID="14" presetClass="entr" presetSubtype="10" fill="hold" grpId="0" nodeType="after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randombar(horizontal)">
                                      <p:cBhvr>
                                        <p:cTn id="2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 grpId="0"/>
      <p:bldP spid="6" grpId="0"/>
      <p:bldP spid="13" grpId="0"/>
      <p:bldP spid="14" grpId="0"/>
      <p:bldP spid="1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51A4-C47E-5778-4AA4-CD74728F6320}"/>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BC2B16AF-B33E-8CFC-E61B-670F0C649767}"/>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44F902B5-A618-E40B-52AD-F01C71278D1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0DA52703-75E1-E934-D6C3-B49B47616101}"/>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6D7D2001-D217-12E5-82C4-4457478285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4528288F-CEB2-6C50-935B-8B7BD5F04889}"/>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42E13855-31D5-FE15-4E6F-3E82113D3D9D}"/>
              </a:ext>
            </a:extLst>
          </p:cNvPr>
          <p:cNvSpPr txBox="1">
            <a:spLocks/>
          </p:cNvSpPr>
          <p:nvPr/>
        </p:nvSpPr>
        <p:spPr>
          <a:xfrm>
            <a:off x="431872" y="1134253"/>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IN" sz="2000" b="1"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ECE24D05-F399-3640-24D8-F94D42106114}"/>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Subtitle 2">
            <a:extLst>
              <a:ext uri="{FF2B5EF4-FFF2-40B4-BE49-F238E27FC236}">
                <a16:creationId xmlns:a16="http://schemas.microsoft.com/office/drawing/2014/main" id="{EFDE2D08-B490-F418-C98C-68773720A35B}"/>
              </a:ext>
            </a:extLst>
          </p:cNvPr>
          <p:cNvSpPr txBox="1">
            <a:spLocks/>
          </p:cNvSpPr>
          <p:nvPr/>
        </p:nvSpPr>
        <p:spPr>
          <a:xfrm>
            <a:off x="4206204" y="773635"/>
            <a:ext cx="6708230" cy="33876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2000" b="1" dirty="0">
                <a:latin typeface="Arial" panose="020B0604020202020204" pitchFamily="34" charset="0"/>
                <a:cs typeface="Arial" panose="020B0604020202020204" pitchFamily="34" charset="0"/>
              </a:rPr>
              <a:t>EXCEL DASHBOARD:-</a:t>
            </a:r>
          </a:p>
        </p:txBody>
      </p:sp>
      <p:pic>
        <p:nvPicPr>
          <p:cNvPr id="3" name="Picture 2">
            <a:extLst>
              <a:ext uri="{FF2B5EF4-FFF2-40B4-BE49-F238E27FC236}">
                <a16:creationId xmlns:a16="http://schemas.microsoft.com/office/drawing/2014/main" id="{08C4D37E-838D-EBDB-4977-A8E8344501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296" y="1134253"/>
            <a:ext cx="11668539" cy="5604477"/>
          </a:xfrm>
          <a:prstGeom prst="rect">
            <a:avLst/>
          </a:prstGeom>
        </p:spPr>
      </p:pic>
    </p:spTree>
    <p:extLst>
      <p:ext uri="{BB962C8B-B14F-4D97-AF65-F5344CB8AC3E}">
        <p14:creationId xmlns:p14="http://schemas.microsoft.com/office/powerpoint/2010/main" val="4032111407"/>
      </p:ext>
    </p:extLst>
  </p:cSld>
  <p:clrMapOvr>
    <a:masterClrMapping/>
  </p:clrMapOvr>
  <mc:AlternateContent xmlns:mc="http://schemas.openxmlformats.org/markup-compatibility/2006" xmlns:p14="http://schemas.microsoft.com/office/powerpoint/2010/main">
    <mc:Choice Requires="p14">
      <p:transition spd="slow" p14:dur="2000" advTm="2625"/>
    </mc:Choice>
    <mc:Fallback xmlns="">
      <p:transition spd="slow" advTm="26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51A4-C47E-5778-4AA4-CD74728F6320}"/>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BC2B16AF-B33E-8CFC-E61B-670F0C649767}"/>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44F902B5-A618-E40B-52AD-F01C71278D1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0DA52703-75E1-E934-D6C3-B49B47616101}"/>
              </a:ext>
            </a:extLst>
          </p:cNvPr>
          <p:cNvGrpSpPr/>
          <p:nvPr/>
        </p:nvGrpSpPr>
        <p:grpSpPr>
          <a:xfrm>
            <a:off x="431872" y="0"/>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6D7D2001-D217-12E5-82C4-4457478285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4528288F-CEB2-6C50-935B-8B7BD5F04889}"/>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42E13855-31D5-FE15-4E6F-3E82113D3D9D}"/>
              </a:ext>
            </a:extLst>
          </p:cNvPr>
          <p:cNvSpPr txBox="1">
            <a:spLocks/>
          </p:cNvSpPr>
          <p:nvPr/>
        </p:nvSpPr>
        <p:spPr>
          <a:xfrm>
            <a:off x="431872" y="1134253"/>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IN" sz="2000" b="1"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ECE24D05-F399-3640-24D8-F94D42106114}"/>
              </a:ext>
            </a:extLst>
          </p:cNvPr>
          <p:cNvSpPr/>
          <p:nvPr/>
        </p:nvSpPr>
        <p:spPr>
          <a:xfrm>
            <a:off x="3621496" y="333602"/>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Subtitle 2">
            <a:extLst>
              <a:ext uri="{FF2B5EF4-FFF2-40B4-BE49-F238E27FC236}">
                <a16:creationId xmlns:a16="http://schemas.microsoft.com/office/drawing/2014/main" id="{EFDE2D08-B490-F418-C98C-68773720A35B}"/>
              </a:ext>
            </a:extLst>
          </p:cNvPr>
          <p:cNvSpPr txBox="1">
            <a:spLocks/>
          </p:cNvSpPr>
          <p:nvPr/>
        </p:nvSpPr>
        <p:spPr>
          <a:xfrm>
            <a:off x="4206203" y="461073"/>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2000" b="1" dirty="0">
                <a:latin typeface="Arial" panose="020B0604020202020204" pitchFamily="34" charset="0"/>
                <a:cs typeface="Arial" panose="020B0604020202020204" pitchFamily="34" charset="0"/>
              </a:rPr>
              <a:t>TABLEAU DASHBOARD:-</a:t>
            </a:r>
          </a:p>
        </p:txBody>
      </p:sp>
      <p:pic>
        <p:nvPicPr>
          <p:cNvPr id="3" name="Picture 2">
            <a:extLst>
              <a:ext uri="{FF2B5EF4-FFF2-40B4-BE49-F238E27FC236}">
                <a16:creationId xmlns:a16="http://schemas.microsoft.com/office/drawing/2014/main" id="{2CCF160D-8397-E0AA-9C67-3830EE00D5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83" y="896012"/>
            <a:ext cx="12168433" cy="5961988"/>
          </a:xfrm>
          <a:prstGeom prst="rect">
            <a:avLst/>
          </a:prstGeom>
        </p:spPr>
      </p:pic>
    </p:spTree>
    <p:extLst>
      <p:ext uri="{BB962C8B-B14F-4D97-AF65-F5344CB8AC3E}">
        <p14:creationId xmlns:p14="http://schemas.microsoft.com/office/powerpoint/2010/main" val="1091075453"/>
      </p:ext>
    </p:extLst>
  </p:cSld>
  <p:clrMapOvr>
    <a:masterClrMapping/>
  </p:clrMapOvr>
  <mc:AlternateContent xmlns:mc="http://schemas.openxmlformats.org/markup-compatibility/2006" xmlns:p14="http://schemas.microsoft.com/office/powerpoint/2010/main">
    <mc:Choice Requires="p14">
      <p:transition spd="slow" p14:dur="2000" advTm="2550"/>
    </mc:Choice>
    <mc:Fallback xmlns="">
      <p:transition spd="slow" advTm="25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C02A2-CE0D-CDC1-E042-FF1C466CA8B4}"/>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8F4EE0EC-9BC0-25A9-DF09-D0DB11595832}"/>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6B02DFC9-1D7D-A112-14B5-67978EB2943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60614CEA-5208-F367-C8F8-FCAB625319B0}"/>
              </a:ext>
            </a:extLst>
          </p:cNvPr>
          <p:cNvGrpSpPr/>
          <p:nvPr/>
        </p:nvGrpSpPr>
        <p:grpSpPr>
          <a:xfrm>
            <a:off x="431872" y="0"/>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80A7728B-B10B-0C39-BBF8-592255CA21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C6C7F650-F6D7-3750-8515-0BD2BD686382}"/>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112CC97B-7814-38E2-F82D-CFD269D75A00}"/>
              </a:ext>
            </a:extLst>
          </p:cNvPr>
          <p:cNvSpPr txBox="1">
            <a:spLocks/>
          </p:cNvSpPr>
          <p:nvPr/>
        </p:nvSpPr>
        <p:spPr>
          <a:xfrm>
            <a:off x="431872" y="1134253"/>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IN" sz="2000" b="1"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052D4DCD-FDDA-35BE-54CA-43370D59C65C}"/>
              </a:ext>
            </a:extLst>
          </p:cNvPr>
          <p:cNvSpPr/>
          <p:nvPr/>
        </p:nvSpPr>
        <p:spPr>
          <a:xfrm>
            <a:off x="3579778" y="337677"/>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Subtitle 2">
            <a:extLst>
              <a:ext uri="{FF2B5EF4-FFF2-40B4-BE49-F238E27FC236}">
                <a16:creationId xmlns:a16="http://schemas.microsoft.com/office/drawing/2014/main" id="{E7F5606C-2EE9-D0EA-9626-D9CEF40AC9CE}"/>
              </a:ext>
            </a:extLst>
          </p:cNvPr>
          <p:cNvSpPr txBox="1">
            <a:spLocks/>
          </p:cNvSpPr>
          <p:nvPr/>
        </p:nvSpPr>
        <p:spPr>
          <a:xfrm>
            <a:off x="4075783" y="518079"/>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2000" b="1" dirty="0">
                <a:latin typeface="Arial" panose="020B0604020202020204" pitchFamily="34" charset="0"/>
                <a:cs typeface="Arial" panose="020B0604020202020204" pitchFamily="34" charset="0"/>
              </a:rPr>
              <a:t>TABLEAU DASHBOARD:-</a:t>
            </a:r>
          </a:p>
        </p:txBody>
      </p:sp>
      <p:pic>
        <p:nvPicPr>
          <p:cNvPr id="3" name="Picture 2">
            <a:extLst>
              <a:ext uri="{FF2B5EF4-FFF2-40B4-BE49-F238E27FC236}">
                <a16:creationId xmlns:a16="http://schemas.microsoft.com/office/drawing/2014/main" id="{6AE0D3E4-DD82-104C-CA10-DD5E688888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48070"/>
            <a:ext cx="12192000" cy="5909929"/>
          </a:xfrm>
          <a:prstGeom prst="rect">
            <a:avLst/>
          </a:prstGeom>
        </p:spPr>
      </p:pic>
    </p:spTree>
    <p:extLst>
      <p:ext uri="{BB962C8B-B14F-4D97-AF65-F5344CB8AC3E}">
        <p14:creationId xmlns:p14="http://schemas.microsoft.com/office/powerpoint/2010/main" val="1856517335"/>
      </p:ext>
    </p:extLst>
  </p:cSld>
  <p:clrMapOvr>
    <a:masterClrMapping/>
  </p:clrMapOvr>
  <mc:AlternateContent xmlns:mc="http://schemas.openxmlformats.org/markup-compatibility/2006">
    <mc:Choice xmlns:p14="http://schemas.microsoft.com/office/powerpoint/2010/main" Requires="p14">
      <p:transition spd="slow" p14:dur="2000" advTm="2550"/>
    </mc:Choice>
    <mc:Fallback>
      <p:transition spd="slow" advTm="25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51A4-C47E-5778-4AA4-CD74728F6320}"/>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BC2B16AF-B33E-8CFC-E61B-670F0C649767}"/>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44F902B5-A618-E40B-52AD-F01C71278D1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0DA52703-75E1-E934-D6C3-B49B47616101}"/>
              </a:ext>
            </a:extLst>
          </p:cNvPr>
          <p:cNvGrpSpPr/>
          <p:nvPr/>
        </p:nvGrpSpPr>
        <p:grpSpPr>
          <a:xfrm>
            <a:off x="431872" y="64088"/>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6D7D2001-D217-12E5-82C4-4457478285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4528288F-CEB2-6C50-935B-8B7BD5F04889}"/>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42E13855-31D5-FE15-4E6F-3E82113D3D9D}"/>
              </a:ext>
            </a:extLst>
          </p:cNvPr>
          <p:cNvSpPr txBox="1">
            <a:spLocks/>
          </p:cNvSpPr>
          <p:nvPr/>
        </p:nvSpPr>
        <p:spPr>
          <a:xfrm>
            <a:off x="431872" y="1134253"/>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IN" sz="2000" b="1"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ECE24D05-F399-3640-24D8-F94D42106114}"/>
              </a:ext>
            </a:extLst>
          </p:cNvPr>
          <p:cNvSpPr/>
          <p:nvPr/>
        </p:nvSpPr>
        <p:spPr>
          <a:xfrm>
            <a:off x="3579778" y="416414"/>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Subtitle 2">
            <a:extLst>
              <a:ext uri="{FF2B5EF4-FFF2-40B4-BE49-F238E27FC236}">
                <a16:creationId xmlns:a16="http://schemas.microsoft.com/office/drawing/2014/main" id="{EFDE2D08-B490-F418-C98C-68773720A35B}"/>
              </a:ext>
            </a:extLst>
          </p:cNvPr>
          <p:cNvSpPr txBox="1">
            <a:spLocks/>
          </p:cNvSpPr>
          <p:nvPr/>
        </p:nvSpPr>
        <p:spPr>
          <a:xfrm>
            <a:off x="4075783" y="589638"/>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2000" b="1" dirty="0">
                <a:latin typeface="Arial" panose="020B0604020202020204" pitchFamily="34" charset="0"/>
                <a:cs typeface="Arial" panose="020B0604020202020204" pitchFamily="34" charset="0"/>
              </a:rPr>
              <a:t>POWER BI DASHBOARD:-</a:t>
            </a:r>
          </a:p>
        </p:txBody>
      </p:sp>
      <p:pic>
        <p:nvPicPr>
          <p:cNvPr id="3" name="Picture 2">
            <a:extLst>
              <a:ext uri="{FF2B5EF4-FFF2-40B4-BE49-F238E27FC236}">
                <a16:creationId xmlns:a16="http://schemas.microsoft.com/office/drawing/2014/main" id="{166C9286-6804-F9B8-6EB1-769B343A71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07" y="929706"/>
            <a:ext cx="12153185" cy="5928294"/>
          </a:xfrm>
          <a:prstGeom prst="rect">
            <a:avLst/>
          </a:prstGeom>
        </p:spPr>
      </p:pic>
    </p:spTree>
    <p:extLst>
      <p:ext uri="{BB962C8B-B14F-4D97-AF65-F5344CB8AC3E}">
        <p14:creationId xmlns:p14="http://schemas.microsoft.com/office/powerpoint/2010/main" val="1737384483"/>
      </p:ext>
    </p:extLst>
  </p:cSld>
  <p:clrMapOvr>
    <a:masterClrMapping/>
  </p:clrMapOvr>
  <mc:AlternateContent xmlns:mc="http://schemas.openxmlformats.org/markup-compatibility/2006" xmlns:p14="http://schemas.microsoft.com/office/powerpoint/2010/main">
    <mc:Choice Requires="p14">
      <p:transition spd="slow" p14:dur="2000" advTm="2753"/>
    </mc:Choice>
    <mc:Fallback xmlns="">
      <p:transition spd="slow" advTm="27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9FA03-B3C9-78B5-3119-36C1AFD42594}"/>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091485F3-0E59-A433-0B92-1E5E63824036}"/>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7576B874-66EB-692B-BB45-32F5B0AEC56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D7E81AB1-9444-8B88-C390-E5A9CB478D5A}"/>
              </a:ext>
            </a:extLst>
          </p:cNvPr>
          <p:cNvGrpSpPr/>
          <p:nvPr/>
        </p:nvGrpSpPr>
        <p:grpSpPr>
          <a:xfrm>
            <a:off x="431872" y="64088"/>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843C43D6-EF27-1FD5-C977-2242E82BE2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63828DDD-B530-5B6B-5869-CE3E364FA359}"/>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53BDEAE1-D77C-BCC4-C5BF-867CAE73F569}"/>
              </a:ext>
            </a:extLst>
          </p:cNvPr>
          <p:cNvSpPr txBox="1">
            <a:spLocks/>
          </p:cNvSpPr>
          <p:nvPr/>
        </p:nvSpPr>
        <p:spPr>
          <a:xfrm>
            <a:off x="431872" y="1134253"/>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IN" sz="2000" b="1"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2BEAA4D8-7982-8524-189B-F2B1A29D08A0}"/>
              </a:ext>
            </a:extLst>
          </p:cNvPr>
          <p:cNvSpPr/>
          <p:nvPr/>
        </p:nvSpPr>
        <p:spPr>
          <a:xfrm>
            <a:off x="3579778" y="416414"/>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Subtitle 2">
            <a:extLst>
              <a:ext uri="{FF2B5EF4-FFF2-40B4-BE49-F238E27FC236}">
                <a16:creationId xmlns:a16="http://schemas.microsoft.com/office/drawing/2014/main" id="{31783440-19EF-FDAD-AB66-76C1593F4203}"/>
              </a:ext>
            </a:extLst>
          </p:cNvPr>
          <p:cNvSpPr txBox="1">
            <a:spLocks/>
          </p:cNvSpPr>
          <p:nvPr/>
        </p:nvSpPr>
        <p:spPr>
          <a:xfrm>
            <a:off x="4075783" y="589638"/>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2000" b="1" dirty="0">
                <a:latin typeface="Arial" panose="020B0604020202020204" pitchFamily="34" charset="0"/>
                <a:cs typeface="Arial" panose="020B0604020202020204" pitchFamily="34" charset="0"/>
              </a:rPr>
              <a:t>POWER BI DASHBOARD:-</a:t>
            </a:r>
          </a:p>
        </p:txBody>
      </p:sp>
      <p:pic>
        <p:nvPicPr>
          <p:cNvPr id="3" name="Picture 2">
            <a:extLst>
              <a:ext uri="{FF2B5EF4-FFF2-40B4-BE49-F238E27FC236}">
                <a16:creationId xmlns:a16="http://schemas.microsoft.com/office/drawing/2014/main" id="{01909974-1056-0F51-0226-0D3EE5A42D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04981"/>
            <a:ext cx="12192000" cy="5850710"/>
          </a:xfrm>
          <a:prstGeom prst="rect">
            <a:avLst/>
          </a:prstGeom>
        </p:spPr>
      </p:pic>
    </p:spTree>
    <p:extLst>
      <p:ext uri="{BB962C8B-B14F-4D97-AF65-F5344CB8AC3E}">
        <p14:creationId xmlns:p14="http://schemas.microsoft.com/office/powerpoint/2010/main" val="400476124"/>
      </p:ext>
    </p:extLst>
  </p:cSld>
  <p:clrMapOvr>
    <a:masterClrMapping/>
  </p:clrMapOvr>
  <mc:AlternateContent xmlns:mc="http://schemas.openxmlformats.org/markup-compatibility/2006">
    <mc:Choice xmlns:p14="http://schemas.microsoft.com/office/powerpoint/2010/main" Requires="p14">
      <p:transition spd="slow" p14:dur="2000" advTm="2753"/>
    </mc:Choice>
    <mc:Fallback>
      <p:transition spd="slow" advTm="27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0C43B-0D43-39DC-E641-5645A7A49833}"/>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FA0B9999-AFD1-E2D7-92DB-04959795F96A}"/>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525629DA-9D1D-BD9A-7A4B-9DF6E514B65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630CCB02-02A6-84D5-4CE0-6C00D0174BFB}"/>
              </a:ext>
            </a:extLst>
          </p:cNvPr>
          <p:cNvGrpSpPr/>
          <p:nvPr/>
        </p:nvGrpSpPr>
        <p:grpSpPr>
          <a:xfrm>
            <a:off x="431872" y="64088"/>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9307BF54-153B-EFE6-F882-F17879659E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7EFB6847-832D-7510-F4E6-0411A6746F92}"/>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CBC50A9D-A465-CF9F-D46B-D8D06C2F5C05}"/>
              </a:ext>
            </a:extLst>
          </p:cNvPr>
          <p:cNvSpPr txBox="1">
            <a:spLocks/>
          </p:cNvSpPr>
          <p:nvPr/>
        </p:nvSpPr>
        <p:spPr>
          <a:xfrm>
            <a:off x="431872" y="1134253"/>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IN" sz="2000" b="1"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EF0A006D-8CB2-C162-2FA8-069DCDDBC088}"/>
              </a:ext>
            </a:extLst>
          </p:cNvPr>
          <p:cNvSpPr/>
          <p:nvPr/>
        </p:nvSpPr>
        <p:spPr>
          <a:xfrm>
            <a:off x="3579778" y="416414"/>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Subtitle 2">
            <a:extLst>
              <a:ext uri="{FF2B5EF4-FFF2-40B4-BE49-F238E27FC236}">
                <a16:creationId xmlns:a16="http://schemas.microsoft.com/office/drawing/2014/main" id="{6BFC99B2-E777-18AB-0D99-77DA4FCC3EAA}"/>
              </a:ext>
            </a:extLst>
          </p:cNvPr>
          <p:cNvSpPr txBox="1">
            <a:spLocks/>
          </p:cNvSpPr>
          <p:nvPr/>
        </p:nvSpPr>
        <p:spPr>
          <a:xfrm>
            <a:off x="4075783" y="589638"/>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2000" b="1" dirty="0">
                <a:latin typeface="Arial" panose="020B0604020202020204" pitchFamily="34" charset="0"/>
                <a:cs typeface="Arial" panose="020B0604020202020204" pitchFamily="34" charset="0"/>
              </a:rPr>
              <a:t>POWER BI DASHBOARD:-</a:t>
            </a:r>
          </a:p>
        </p:txBody>
      </p:sp>
      <p:pic>
        <p:nvPicPr>
          <p:cNvPr id="3" name="Picture 2">
            <a:extLst>
              <a:ext uri="{FF2B5EF4-FFF2-40B4-BE49-F238E27FC236}">
                <a16:creationId xmlns:a16="http://schemas.microsoft.com/office/drawing/2014/main" id="{36A26A10-96F4-53B8-2D95-575A66324A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86" y="960100"/>
            <a:ext cx="12139027" cy="5897900"/>
          </a:xfrm>
          <a:prstGeom prst="rect">
            <a:avLst/>
          </a:prstGeom>
        </p:spPr>
      </p:pic>
    </p:spTree>
    <p:extLst>
      <p:ext uri="{BB962C8B-B14F-4D97-AF65-F5344CB8AC3E}">
        <p14:creationId xmlns:p14="http://schemas.microsoft.com/office/powerpoint/2010/main" val="1336080708"/>
      </p:ext>
    </p:extLst>
  </p:cSld>
  <p:clrMapOvr>
    <a:masterClrMapping/>
  </p:clrMapOvr>
  <mc:AlternateContent xmlns:mc="http://schemas.openxmlformats.org/markup-compatibility/2006">
    <mc:Choice xmlns:p14="http://schemas.microsoft.com/office/powerpoint/2010/main" Requires="p14">
      <p:transition spd="slow" p14:dur="2000" advTm="2753"/>
    </mc:Choice>
    <mc:Fallback>
      <p:transition spd="slow" advTm="27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51A4-C47E-5778-4AA4-CD74728F6320}"/>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BC2B16AF-B33E-8CFC-E61B-670F0C649767}"/>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44F902B5-A618-E40B-52AD-F01C71278D1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0DA52703-75E1-E934-D6C3-B49B47616101}"/>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6D7D2001-D217-12E5-82C4-4457478285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4528288F-CEB2-6C50-935B-8B7BD5F04889}"/>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42E13855-31D5-FE15-4E6F-3E82113D3D9D}"/>
              </a:ext>
            </a:extLst>
          </p:cNvPr>
          <p:cNvSpPr txBox="1">
            <a:spLocks/>
          </p:cNvSpPr>
          <p:nvPr/>
        </p:nvSpPr>
        <p:spPr>
          <a:xfrm>
            <a:off x="431872" y="1134253"/>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IN" sz="2000" b="1"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ECE24D05-F399-3640-24D8-F94D42106114}"/>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Subtitle 2">
            <a:extLst>
              <a:ext uri="{FF2B5EF4-FFF2-40B4-BE49-F238E27FC236}">
                <a16:creationId xmlns:a16="http://schemas.microsoft.com/office/drawing/2014/main" id="{EFDE2D08-B490-F418-C98C-68773720A35B}"/>
              </a:ext>
            </a:extLst>
          </p:cNvPr>
          <p:cNvSpPr txBox="1">
            <a:spLocks/>
          </p:cNvSpPr>
          <p:nvPr/>
        </p:nvSpPr>
        <p:spPr>
          <a:xfrm>
            <a:off x="4383896" y="1101387"/>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2000" b="1" dirty="0">
                <a:latin typeface="Arial" panose="020B0604020202020204" pitchFamily="34" charset="0"/>
                <a:cs typeface="Arial" panose="020B0604020202020204" pitchFamily="34" charset="0"/>
              </a:rPr>
              <a:t>SQL QUERIES:-</a:t>
            </a:r>
          </a:p>
        </p:txBody>
      </p:sp>
      <p:sp>
        <p:nvSpPr>
          <p:cNvPr id="3" name="TextBox 2">
            <a:extLst>
              <a:ext uri="{FF2B5EF4-FFF2-40B4-BE49-F238E27FC236}">
                <a16:creationId xmlns:a16="http://schemas.microsoft.com/office/drawing/2014/main" id="{C137880C-0B6B-9603-E137-79650ADE75ED}"/>
              </a:ext>
            </a:extLst>
          </p:cNvPr>
          <p:cNvSpPr txBox="1"/>
          <p:nvPr/>
        </p:nvSpPr>
        <p:spPr>
          <a:xfrm>
            <a:off x="717281" y="1763413"/>
            <a:ext cx="9172154" cy="1754326"/>
          </a:xfrm>
          <a:prstGeom prst="rect">
            <a:avLst/>
          </a:prstGeom>
          <a:noFill/>
        </p:spPr>
        <p:txBody>
          <a:bodyPr wrap="square">
            <a:spAutoFit/>
          </a:bodyPr>
          <a:lstStyle/>
          <a:p>
            <a:r>
              <a:rPr lang="en-IN" dirty="0"/>
              <a:t>SELECT year, CONCAT(ROUND(SUM(COALESCE(</a:t>
            </a:r>
            <a:r>
              <a:rPr lang="en-IN" dirty="0" err="1"/>
              <a:t>loan_amnt</a:t>
            </a:r>
            <a:r>
              <a:rPr lang="en-IN" dirty="0"/>
              <a:t>, 0)) / 1000000.0, 2), ' M') AS </a:t>
            </a:r>
            <a:r>
              <a:rPr lang="en-IN" dirty="0" err="1"/>
              <a:t>total_loan_amount_millions</a:t>
            </a:r>
            <a:r>
              <a:rPr lang="en-IN" dirty="0"/>
              <a:t>, ROUND(SUM(COALESCE(</a:t>
            </a:r>
            <a:r>
              <a:rPr lang="en-IN" dirty="0" err="1"/>
              <a:t>loan_amnt</a:t>
            </a:r>
            <a:r>
              <a:rPr lang="en-IN" dirty="0"/>
              <a:t>, 0)) * 100.0 / SUM(SUM(COALESCE(</a:t>
            </a:r>
            <a:r>
              <a:rPr lang="en-IN" dirty="0" err="1"/>
              <a:t>loan_amnt</a:t>
            </a:r>
            <a:r>
              <a:rPr lang="en-IN" dirty="0"/>
              <a:t>, 0))) OVER (), 2) AS </a:t>
            </a:r>
            <a:r>
              <a:rPr lang="en-IN" dirty="0" err="1"/>
              <a:t>loan_amount_percentage</a:t>
            </a:r>
            <a:endParaRPr lang="en-IN" dirty="0"/>
          </a:p>
          <a:p>
            <a:r>
              <a:rPr lang="en-IN" dirty="0"/>
              <a:t>FROM </a:t>
            </a:r>
            <a:r>
              <a:rPr lang="en-IN" dirty="0" err="1"/>
              <a:t>bank_analysis</a:t>
            </a:r>
            <a:endParaRPr lang="en-IN" dirty="0"/>
          </a:p>
          <a:p>
            <a:r>
              <a:rPr lang="en-IN" dirty="0"/>
              <a:t>GROUP BY year</a:t>
            </a:r>
          </a:p>
          <a:p>
            <a:r>
              <a:rPr lang="en-IN" dirty="0"/>
              <a:t>ORDER BY year;</a:t>
            </a:r>
          </a:p>
        </p:txBody>
      </p:sp>
      <p:sp>
        <p:nvSpPr>
          <p:cNvPr id="5" name="TextBox 4">
            <a:extLst>
              <a:ext uri="{FF2B5EF4-FFF2-40B4-BE49-F238E27FC236}">
                <a16:creationId xmlns:a16="http://schemas.microsoft.com/office/drawing/2014/main" id="{653B2D74-B182-7307-6306-5149FA6788C2}"/>
              </a:ext>
            </a:extLst>
          </p:cNvPr>
          <p:cNvSpPr txBox="1"/>
          <p:nvPr/>
        </p:nvSpPr>
        <p:spPr>
          <a:xfrm>
            <a:off x="752889" y="1394081"/>
            <a:ext cx="4631635" cy="369332"/>
          </a:xfrm>
          <a:prstGeom prst="rect">
            <a:avLst/>
          </a:prstGeom>
          <a:noFill/>
        </p:spPr>
        <p:txBody>
          <a:bodyPr wrap="square" rtlCol="0">
            <a:spAutoFit/>
          </a:bodyPr>
          <a:lstStyle/>
          <a:p>
            <a:r>
              <a:rPr lang="en-IN" b="1" dirty="0"/>
              <a:t>KPI-1 Year wise loan amount Stats</a:t>
            </a:r>
            <a:r>
              <a:rPr lang="en-IN" dirty="0"/>
              <a:t>:-</a:t>
            </a:r>
          </a:p>
        </p:txBody>
      </p:sp>
      <p:sp>
        <p:nvSpPr>
          <p:cNvPr id="6" name="TextBox 5">
            <a:extLst>
              <a:ext uri="{FF2B5EF4-FFF2-40B4-BE49-F238E27FC236}">
                <a16:creationId xmlns:a16="http://schemas.microsoft.com/office/drawing/2014/main" id="{18919635-DE1C-FB31-54ED-1B7B04E758E2}"/>
              </a:ext>
            </a:extLst>
          </p:cNvPr>
          <p:cNvSpPr txBox="1"/>
          <p:nvPr/>
        </p:nvSpPr>
        <p:spPr>
          <a:xfrm>
            <a:off x="671723" y="3513269"/>
            <a:ext cx="4914068" cy="369332"/>
          </a:xfrm>
          <a:prstGeom prst="rect">
            <a:avLst/>
          </a:prstGeom>
          <a:noFill/>
        </p:spPr>
        <p:txBody>
          <a:bodyPr wrap="square" rtlCol="0">
            <a:spAutoFit/>
          </a:bodyPr>
          <a:lstStyle/>
          <a:p>
            <a:r>
              <a:rPr lang="en-US" b="1" dirty="0"/>
              <a:t>KPI-2 Grade and sub grade wise </a:t>
            </a:r>
            <a:r>
              <a:rPr lang="en-US" b="1" dirty="0" err="1"/>
              <a:t>revol_bal</a:t>
            </a:r>
            <a:r>
              <a:rPr lang="en-IN" dirty="0"/>
              <a:t>:-</a:t>
            </a:r>
          </a:p>
        </p:txBody>
      </p:sp>
      <p:sp>
        <p:nvSpPr>
          <p:cNvPr id="13" name="TextBox 12">
            <a:extLst>
              <a:ext uri="{FF2B5EF4-FFF2-40B4-BE49-F238E27FC236}">
                <a16:creationId xmlns:a16="http://schemas.microsoft.com/office/drawing/2014/main" id="{4DE0D7C2-63FB-A0A7-A1BE-1E6091A5C713}"/>
              </a:ext>
            </a:extLst>
          </p:cNvPr>
          <p:cNvSpPr txBox="1"/>
          <p:nvPr/>
        </p:nvSpPr>
        <p:spPr>
          <a:xfrm>
            <a:off x="694502" y="3986591"/>
            <a:ext cx="9217712" cy="1754326"/>
          </a:xfrm>
          <a:prstGeom prst="rect">
            <a:avLst/>
          </a:prstGeom>
          <a:noFill/>
        </p:spPr>
        <p:txBody>
          <a:bodyPr wrap="square">
            <a:spAutoFit/>
          </a:bodyPr>
          <a:lstStyle/>
          <a:p>
            <a:r>
              <a:rPr lang="en-IN" dirty="0"/>
              <a:t>SELECT grade, </a:t>
            </a:r>
            <a:r>
              <a:rPr lang="en-IN" dirty="0" err="1"/>
              <a:t>sub_grade</a:t>
            </a:r>
            <a:r>
              <a:rPr lang="en-IN" dirty="0"/>
              <a:t>, CONCAT(ROUND(SUM(COALESCE(</a:t>
            </a:r>
            <a:r>
              <a:rPr lang="en-IN" dirty="0" err="1"/>
              <a:t>revol_bal</a:t>
            </a:r>
            <a:r>
              <a:rPr lang="en-IN" dirty="0"/>
              <a:t>, 0)) / 1000000.0, 2), ' M') AS </a:t>
            </a:r>
            <a:r>
              <a:rPr lang="en-IN" dirty="0" err="1"/>
              <a:t>total_revolving_balance_millions</a:t>
            </a:r>
            <a:r>
              <a:rPr lang="en-IN" dirty="0"/>
              <a:t>, ROUND( SUM(COALESCE(</a:t>
            </a:r>
            <a:r>
              <a:rPr lang="en-IN" dirty="0" err="1"/>
              <a:t>revol_bal</a:t>
            </a:r>
            <a:r>
              <a:rPr lang="en-IN" dirty="0"/>
              <a:t>, 0)) * 100.0/ SUM(SUM(COALESCE(</a:t>
            </a:r>
            <a:r>
              <a:rPr lang="en-IN" dirty="0" err="1"/>
              <a:t>revol_bal</a:t>
            </a:r>
            <a:r>
              <a:rPr lang="en-IN" dirty="0"/>
              <a:t>, 0))) OVER (), 2) AS </a:t>
            </a:r>
            <a:r>
              <a:rPr lang="en-IN" dirty="0" err="1"/>
              <a:t>revol_bal_percentage</a:t>
            </a:r>
            <a:endParaRPr lang="en-IN" dirty="0"/>
          </a:p>
          <a:p>
            <a:r>
              <a:rPr lang="en-IN" dirty="0"/>
              <a:t>FROM </a:t>
            </a:r>
            <a:r>
              <a:rPr lang="en-IN" dirty="0" err="1"/>
              <a:t>bank_analysis</a:t>
            </a:r>
            <a:endParaRPr lang="en-IN" dirty="0"/>
          </a:p>
          <a:p>
            <a:r>
              <a:rPr lang="en-IN" dirty="0"/>
              <a:t>GROUP BY grade, </a:t>
            </a:r>
            <a:r>
              <a:rPr lang="en-IN" dirty="0" err="1"/>
              <a:t>sub_grade</a:t>
            </a:r>
            <a:endParaRPr lang="en-IN" dirty="0"/>
          </a:p>
          <a:p>
            <a:r>
              <a:rPr lang="en-IN" dirty="0"/>
              <a:t>ORDER BY grade, </a:t>
            </a:r>
            <a:r>
              <a:rPr lang="en-IN" dirty="0" err="1"/>
              <a:t>sub_grade</a:t>
            </a:r>
            <a:r>
              <a:rPr lang="en-IN" dirty="0"/>
              <a:t>;</a:t>
            </a:r>
          </a:p>
        </p:txBody>
      </p:sp>
    </p:spTree>
    <p:extLst>
      <p:ext uri="{BB962C8B-B14F-4D97-AF65-F5344CB8AC3E}">
        <p14:creationId xmlns:p14="http://schemas.microsoft.com/office/powerpoint/2010/main" val="1796827853"/>
      </p:ext>
    </p:extLst>
  </p:cSld>
  <p:clrMapOvr>
    <a:masterClrMapping/>
  </p:clrMapOvr>
  <mc:AlternateContent xmlns:mc="http://schemas.openxmlformats.org/markup-compatibility/2006" xmlns:p14="http://schemas.microsoft.com/office/powerpoint/2010/main">
    <mc:Choice Requires="p14">
      <p:transition spd="slow" p14:dur="2000" advTm="2945"/>
    </mc:Choice>
    <mc:Fallback xmlns="">
      <p:transition spd="slow" advTm="29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1F784-E72E-EB9E-B195-27BCED8F136A}"/>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EC12E6B7-5949-B94B-2653-539B568E2924}"/>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FB4EEC10-5064-1D23-7CCB-56598FDA863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CC91A206-6B82-3BBE-D85D-D6224A292C18}"/>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E25F52C0-F504-D5D2-9865-88790F3397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EACFBFD6-2A6A-DB45-48D0-17A163D9B9C3}"/>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149779BB-20D9-3DDD-4CF0-77DF7A93C4C8}"/>
              </a:ext>
            </a:extLst>
          </p:cNvPr>
          <p:cNvSpPr txBox="1">
            <a:spLocks/>
          </p:cNvSpPr>
          <p:nvPr/>
        </p:nvSpPr>
        <p:spPr>
          <a:xfrm>
            <a:off x="431872" y="1134253"/>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IN" sz="2000" b="1"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C5DA71F9-CE58-1615-6426-453CB1F03B26}"/>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Subtitle 2">
            <a:extLst>
              <a:ext uri="{FF2B5EF4-FFF2-40B4-BE49-F238E27FC236}">
                <a16:creationId xmlns:a16="http://schemas.microsoft.com/office/drawing/2014/main" id="{1BDF3E39-2A43-6AA3-BD70-13CF891983AD}"/>
              </a:ext>
            </a:extLst>
          </p:cNvPr>
          <p:cNvSpPr txBox="1">
            <a:spLocks/>
          </p:cNvSpPr>
          <p:nvPr/>
        </p:nvSpPr>
        <p:spPr>
          <a:xfrm>
            <a:off x="4383896" y="1101387"/>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2000" b="1" dirty="0">
                <a:latin typeface="Arial" panose="020B0604020202020204" pitchFamily="34" charset="0"/>
                <a:cs typeface="Arial" panose="020B0604020202020204" pitchFamily="34" charset="0"/>
              </a:rPr>
              <a:t>SQL QUERIES:-</a:t>
            </a:r>
          </a:p>
        </p:txBody>
      </p:sp>
      <p:sp>
        <p:nvSpPr>
          <p:cNvPr id="3" name="TextBox 2">
            <a:extLst>
              <a:ext uri="{FF2B5EF4-FFF2-40B4-BE49-F238E27FC236}">
                <a16:creationId xmlns:a16="http://schemas.microsoft.com/office/drawing/2014/main" id="{A6BDB80F-2FB0-9A22-B553-B1910003C9DE}"/>
              </a:ext>
            </a:extLst>
          </p:cNvPr>
          <p:cNvSpPr txBox="1"/>
          <p:nvPr/>
        </p:nvSpPr>
        <p:spPr>
          <a:xfrm>
            <a:off x="717281" y="1763413"/>
            <a:ext cx="9172154" cy="2031325"/>
          </a:xfrm>
          <a:prstGeom prst="rect">
            <a:avLst/>
          </a:prstGeom>
          <a:noFill/>
        </p:spPr>
        <p:txBody>
          <a:bodyPr wrap="square">
            <a:spAutoFit/>
          </a:bodyPr>
          <a:lstStyle/>
          <a:p>
            <a:r>
              <a:rPr lang="en-IN" dirty="0"/>
              <a:t>SELECT </a:t>
            </a:r>
            <a:r>
              <a:rPr lang="en-IN" dirty="0" err="1"/>
              <a:t>verification_status</a:t>
            </a:r>
            <a:r>
              <a:rPr lang="en-IN" dirty="0"/>
              <a:t>, CONCAT(ROUND(SUM(COALESCE(</a:t>
            </a:r>
            <a:r>
              <a:rPr lang="en-IN" dirty="0" err="1"/>
              <a:t>total_pymnt</a:t>
            </a:r>
            <a:r>
              <a:rPr lang="en-IN" dirty="0"/>
              <a:t>, 0)) / 1000000.0, 2), ' M') AS </a:t>
            </a:r>
            <a:r>
              <a:rPr lang="en-IN" dirty="0" err="1"/>
              <a:t>total_payment_millions,ROUND</a:t>
            </a:r>
            <a:r>
              <a:rPr lang="en-IN" dirty="0"/>
              <a:t>(        SUM(COALESCE(</a:t>
            </a:r>
            <a:r>
              <a:rPr lang="en-IN" dirty="0" err="1"/>
              <a:t>total_pymnt</a:t>
            </a:r>
            <a:r>
              <a:rPr lang="en-IN" dirty="0"/>
              <a:t>, 0)) * 100.0/ SUM(SUM(COALESCE(</a:t>
            </a:r>
            <a:r>
              <a:rPr lang="en-IN" dirty="0" err="1"/>
              <a:t>total_pymnt</a:t>
            </a:r>
            <a:r>
              <a:rPr lang="en-IN" dirty="0"/>
              <a:t>, 0))) OVER (), 2) AS </a:t>
            </a:r>
            <a:r>
              <a:rPr lang="en-IN" dirty="0" err="1"/>
              <a:t>payment_percentage</a:t>
            </a:r>
            <a:endParaRPr lang="en-IN" dirty="0"/>
          </a:p>
          <a:p>
            <a:r>
              <a:rPr lang="en-IN" dirty="0"/>
              <a:t>FROM </a:t>
            </a:r>
            <a:r>
              <a:rPr lang="en-IN" dirty="0" err="1"/>
              <a:t>bank_analysis</a:t>
            </a:r>
            <a:endParaRPr lang="en-IN" dirty="0"/>
          </a:p>
          <a:p>
            <a:r>
              <a:rPr lang="en-IN" dirty="0"/>
              <a:t>GROUP BY </a:t>
            </a:r>
            <a:r>
              <a:rPr lang="en-IN" dirty="0" err="1"/>
              <a:t>verification_status</a:t>
            </a:r>
            <a:endParaRPr lang="en-IN" dirty="0"/>
          </a:p>
          <a:p>
            <a:r>
              <a:rPr lang="en-IN" dirty="0"/>
              <a:t>ORDER BY SUM(COALESCE(</a:t>
            </a:r>
            <a:r>
              <a:rPr lang="en-IN" dirty="0" err="1"/>
              <a:t>total_pymnt</a:t>
            </a:r>
            <a:r>
              <a:rPr lang="en-IN" dirty="0"/>
              <a:t>, 0)) DESC;</a:t>
            </a:r>
          </a:p>
        </p:txBody>
      </p:sp>
      <p:sp>
        <p:nvSpPr>
          <p:cNvPr id="5" name="TextBox 4">
            <a:extLst>
              <a:ext uri="{FF2B5EF4-FFF2-40B4-BE49-F238E27FC236}">
                <a16:creationId xmlns:a16="http://schemas.microsoft.com/office/drawing/2014/main" id="{AC8E623B-AC06-5FD9-C73D-C793F14CF582}"/>
              </a:ext>
            </a:extLst>
          </p:cNvPr>
          <p:cNvSpPr txBox="1"/>
          <p:nvPr/>
        </p:nvSpPr>
        <p:spPr>
          <a:xfrm>
            <a:off x="752889" y="1394081"/>
            <a:ext cx="8898007" cy="369332"/>
          </a:xfrm>
          <a:prstGeom prst="rect">
            <a:avLst/>
          </a:prstGeom>
          <a:noFill/>
        </p:spPr>
        <p:txBody>
          <a:bodyPr wrap="square" rtlCol="0">
            <a:spAutoFit/>
          </a:bodyPr>
          <a:lstStyle/>
          <a:p>
            <a:r>
              <a:rPr lang="en-US" b="1" dirty="0"/>
              <a:t>KPI-3 Total Payment for Verified Status Vs Total Payment for Non Verified Status</a:t>
            </a:r>
            <a:r>
              <a:rPr lang="en-IN" dirty="0"/>
              <a:t>:-</a:t>
            </a:r>
          </a:p>
        </p:txBody>
      </p:sp>
      <p:sp>
        <p:nvSpPr>
          <p:cNvPr id="6" name="TextBox 5">
            <a:extLst>
              <a:ext uri="{FF2B5EF4-FFF2-40B4-BE49-F238E27FC236}">
                <a16:creationId xmlns:a16="http://schemas.microsoft.com/office/drawing/2014/main" id="{1250F0E9-3E53-4E1A-8DA6-907A6700B0AD}"/>
              </a:ext>
            </a:extLst>
          </p:cNvPr>
          <p:cNvSpPr txBox="1"/>
          <p:nvPr/>
        </p:nvSpPr>
        <p:spPr>
          <a:xfrm>
            <a:off x="694501" y="3794738"/>
            <a:ext cx="5249097" cy="369332"/>
          </a:xfrm>
          <a:prstGeom prst="rect">
            <a:avLst/>
          </a:prstGeom>
          <a:noFill/>
        </p:spPr>
        <p:txBody>
          <a:bodyPr wrap="square" rtlCol="0">
            <a:spAutoFit/>
          </a:bodyPr>
          <a:lstStyle/>
          <a:p>
            <a:r>
              <a:rPr lang="en-US" b="1" dirty="0"/>
              <a:t> KPI-4 State wise and month wise loan status</a:t>
            </a:r>
            <a:r>
              <a:rPr lang="en-IN" dirty="0"/>
              <a:t>:-</a:t>
            </a:r>
          </a:p>
        </p:txBody>
      </p:sp>
      <p:sp>
        <p:nvSpPr>
          <p:cNvPr id="13" name="TextBox 12">
            <a:extLst>
              <a:ext uri="{FF2B5EF4-FFF2-40B4-BE49-F238E27FC236}">
                <a16:creationId xmlns:a16="http://schemas.microsoft.com/office/drawing/2014/main" id="{D22A6E8F-5FA1-B941-5D42-16281C3EFD94}"/>
              </a:ext>
            </a:extLst>
          </p:cNvPr>
          <p:cNvSpPr txBox="1"/>
          <p:nvPr/>
        </p:nvSpPr>
        <p:spPr>
          <a:xfrm>
            <a:off x="671723" y="4315443"/>
            <a:ext cx="9217712" cy="1477328"/>
          </a:xfrm>
          <a:prstGeom prst="rect">
            <a:avLst/>
          </a:prstGeom>
          <a:noFill/>
        </p:spPr>
        <p:txBody>
          <a:bodyPr wrap="square">
            <a:spAutoFit/>
          </a:bodyPr>
          <a:lstStyle/>
          <a:p>
            <a:r>
              <a:rPr lang="en-US" dirty="0"/>
              <a:t>SELECT </a:t>
            </a:r>
            <a:r>
              <a:rPr lang="en-US" dirty="0" err="1"/>
              <a:t>addr_state</a:t>
            </a:r>
            <a:r>
              <a:rPr lang="en-US" dirty="0"/>
              <a:t>, </a:t>
            </a:r>
            <a:r>
              <a:rPr lang="en-US" dirty="0" err="1"/>
              <a:t>loan_status</a:t>
            </a:r>
            <a:r>
              <a:rPr lang="en-US" dirty="0"/>
              <a:t>, COUNT(id) AS </a:t>
            </a:r>
            <a:r>
              <a:rPr lang="en-US" dirty="0" err="1"/>
              <a:t>total_loans</a:t>
            </a:r>
            <a:r>
              <a:rPr lang="en-US" dirty="0"/>
              <a:t>, SUM(</a:t>
            </a:r>
            <a:r>
              <a:rPr lang="en-US" dirty="0" err="1"/>
              <a:t>loan_amnt</a:t>
            </a:r>
            <a:r>
              <a:rPr lang="en-US" dirty="0"/>
              <a:t>) AS </a:t>
            </a:r>
            <a:r>
              <a:rPr lang="en-US" dirty="0" err="1"/>
              <a:t>total_loan_amount</a:t>
            </a:r>
            <a:endParaRPr lang="en-US" dirty="0"/>
          </a:p>
          <a:p>
            <a:r>
              <a:rPr lang="en-US" dirty="0"/>
              <a:t>FROM </a:t>
            </a:r>
            <a:r>
              <a:rPr lang="en-US" dirty="0" err="1"/>
              <a:t>bank_analysis</a:t>
            </a:r>
            <a:endParaRPr lang="en-US" dirty="0"/>
          </a:p>
          <a:p>
            <a:r>
              <a:rPr lang="en-US" dirty="0"/>
              <a:t>GROUP BY </a:t>
            </a:r>
            <a:r>
              <a:rPr lang="en-US" dirty="0" err="1"/>
              <a:t>addr_state</a:t>
            </a:r>
            <a:r>
              <a:rPr lang="en-US" dirty="0"/>
              <a:t>, </a:t>
            </a:r>
            <a:r>
              <a:rPr lang="en-US" dirty="0" err="1"/>
              <a:t>loan_status</a:t>
            </a:r>
            <a:endParaRPr lang="en-US" dirty="0"/>
          </a:p>
          <a:p>
            <a:r>
              <a:rPr lang="en-US" dirty="0"/>
              <a:t>ORDER BY </a:t>
            </a:r>
            <a:r>
              <a:rPr lang="en-US" dirty="0" err="1"/>
              <a:t>addr_state</a:t>
            </a:r>
            <a:r>
              <a:rPr lang="en-US" dirty="0"/>
              <a:t>, </a:t>
            </a:r>
            <a:r>
              <a:rPr lang="en-US" dirty="0" err="1"/>
              <a:t>loan_status</a:t>
            </a:r>
            <a:r>
              <a:rPr lang="en-US" dirty="0"/>
              <a:t>;</a:t>
            </a:r>
            <a:endParaRPr lang="en-IN" dirty="0"/>
          </a:p>
        </p:txBody>
      </p:sp>
    </p:spTree>
    <p:extLst>
      <p:ext uri="{BB962C8B-B14F-4D97-AF65-F5344CB8AC3E}">
        <p14:creationId xmlns:p14="http://schemas.microsoft.com/office/powerpoint/2010/main" val="1791810055"/>
      </p:ext>
    </p:extLst>
  </p:cSld>
  <p:clrMapOvr>
    <a:masterClrMapping/>
  </p:clrMapOvr>
  <mc:AlternateContent xmlns:mc="http://schemas.openxmlformats.org/markup-compatibility/2006">
    <mc:Choice xmlns:p14="http://schemas.microsoft.com/office/powerpoint/2010/main" Requires="p14">
      <p:transition spd="slow" p14:dur="2000" advTm="2945"/>
    </mc:Choice>
    <mc:Fallback>
      <p:transition spd="slow" advTm="29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C34E4-D255-8CF0-9AAA-1B32A1BD64E4}"/>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3FF4CDFC-E158-5CCA-C52A-8CF72FE04F9D}"/>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5F98E627-FE9D-C1AF-3836-775C5133AF1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406279B8-7A5F-1013-2B2C-504C3D6DF56A}"/>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3BBE344B-DF62-C574-AE9D-94167010E4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0ED1475A-5DE5-10DD-8DF6-8025962A50BB}"/>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186665A7-2CBD-C8DB-F47B-EF2B0CE0902D}"/>
              </a:ext>
            </a:extLst>
          </p:cNvPr>
          <p:cNvSpPr txBox="1">
            <a:spLocks/>
          </p:cNvSpPr>
          <p:nvPr/>
        </p:nvSpPr>
        <p:spPr>
          <a:xfrm>
            <a:off x="431872" y="1134253"/>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IN" sz="2000" b="1"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9EAD81B2-EC80-AB39-0C7C-F233E0C697E9}"/>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Subtitle 2">
            <a:extLst>
              <a:ext uri="{FF2B5EF4-FFF2-40B4-BE49-F238E27FC236}">
                <a16:creationId xmlns:a16="http://schemas.microsoft.com/office/drawing/2014/main" id="{01E1EABA-12BA-B590-6C58-E59840CEAC7C}"/>
              </a:ext>
            </a:extLst>
          </p:cNvPr>
          <p:cNvSpPr txBox="1">
            <a:spLocks/>
          </p:cNvSpPr>
          <p:nvPr/>
        </p:nvSpPr>
        <p:spPr>
          <a:xfrm>
            <a:off x="4383896" y="1101387"/>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2000" b="1" dirty="0">
                <a:latin typeface="Arial" panose="020B0604020202020204" pitchFamily="34" charset="0"/>
                <a:cs typeface="Arial" panose="020B0604020202020204" pitchFamily="34" charset="0"/>
              </a:rPr>
              <a:t>SQL QUERIES:-</a:t>
            </a:r>
          </a:p>
        </p:txBody>
      </p:sp>
      <p:sp>
        <p:nvSpPr>
          <p:cNvPr id="3" name="TextBox 2">
            <a:extLst>
              <a:ext uri="{FF2B5EF4-FFF2-40B4-BE49-F238E27FC236}">
                <a16:creationId xmlns:a16="http://schemas.microsoft.com/office/drawing/2014/main" id="{B0564225-0113-3DE6-7BCF-D1665AD6FCD4}"/>
              </a:ext>
            </a:extLst>
          </p:cNvPr>
          <p:cNvSpPr txBox="1"/>
          <p:nvPr/>
        </p:nvSpPr>
        <p:spPr>
          <a:xfrm>
            <a:off x="677524" y="2094365"/>
            <a:ext cx="8555928" cy="2308324"/>
          </a:xfrm>
          <a:prstGeom prst="rect">
            <a:avLst/>
          </a:prstGeom>
          <a:noFill/>
        </p:spPr>
        <p:txBody>
          <a:bodyPr wrap="square">
            <a:spAutoFit/>
          </a:bodyPr>
          <a:lstStyle/>
          <a:p>
            <a:r>
              <a:rPr lang="en-US" dirty="0"/>
              <a:t>SELECT </a:t>
            </a:r>
            <a:r>
              <a:rPr lang="en-US" dirty="0" err="1"/>
              <a:t>home_ownership</a:t>
            </a:r>
            <a:r>
              <a:rPr lang="en-US" dirty="0"/>
              <a:t>, YEAR(</a:t>
            </a:r>
            <a:r>
              <a:rPr lang="en-US" dirty="0" err="1"/>
              <a:t>last_pymnt_d</a:t>
            </a:r>
            <a:r>
              <a:rPr lang="en-US" dirty="0"/>
              <a:t>) AS </a:t>
            </a:r>
            <a:r>
              <a:rPr lang="en-US" dirty="0" err="1"/>
              <a:t>last_payment_year</a:t>
            </a:r>
            <a:r>
              <a:rPr lang="en-US" dirty="0"/>
              <a:t>, COUNT(id) AS </a:t>
            </a:r>
            <a:r>
              <a:rPr lang="en-US" dirty="0" err="1"/>
              <a:t>total_loans</a:t>
            </a:r>
            <a:r>
              <a:rPr lang="en-US" dirty="0"/>
              <a:t>, CONCAT(ROUND(SUM(COALESCE(</a:t>
            </a:r>
            <a:r>
              <a:rPr lang="en-US" dirty="0" err="1"/>
              <a:t>total_pymnt</a:t>
            </a:r>
            <a:r>
              <a:rPr lang="en-US" dirty="0"/>
              <a:t>, 0)) / 1000000.0, 2), ' M') AS </a:t>
            </a:r>
            <a:r>
              <a:rPr lang="en-US" dirty="0" err="1"/>
              <a:t>total_payment_millions</a:t>
            </a:r>
            <a:r>
              <a:rPr lang="en-US" dirty="0"/>
              <a:t>, ROUND(SUM(COALESCE(</a:t>
            </a:r>
            <a:r>
              <a:rPr lang="en-US" dirty="0" err="1"/>
              <a:t>total_pymnt</a:t>
            </a:r>
            <a:r>
              <a:rPr lang="en-US" dirty="0"/>
              <a:t>, 0)) * 100.0/ SUM(SUM(COALESCE(</a:t>
            </a:r>
            <a:r>
              <a:rPr lang="en-US" dirty="0" err="1"/>
              <a:t>total_pymnt</a:t>
            </a:r>
            <a:r>
              <a:rPr lang="en-US" dirty="0"/>
              <a:t>, 0))) OVER (), 2) AS </a:t>
            </a:r>
            <a:r>
              <a:rPr lang="en-US" dirty="0" err="1"/>
              <a:t>payment_percentage</a:t>
            </a:r>
            <a:endParaRPr lang="en-US" dirty="0"/>
          </a:p>
          <a:p>
            <a:r>
              <a:rPr lang="en-US" dirty="0"/>
              <a:t>FROM </a:t>
            </a:r>
            <a:r>
              <a:rPr lang="en-US" dirty="0" err="1"/>
              <a:t>bank_analysis</a:t>
            </a:r>
            <a:endParaRPr lang="en-US" dirty="0"/>
          </a:p>
          <a:p>
            <a:r>
              <a:rPr lang="en-US" dirty="0"/>
              <a:t>GROUP BY </a:t>
            </a:r>
            <a:r>
              <a:rPr lang="en-US" dirty="0" err="1"/>
              <a:t>home_ownership</a:t>
            </a:r>
            <a:r>
              <a:rPr lang="en-US" dirty="0"/>
              <a:t>, YEAR(</a:t>
            </a:r>
            <a:r>
              <a:rPr lang="en-US" dirty="0" err="1"/>
              <a:t>last_pymnt_d</a:t>
            </a:r>
            <a:r>
              <a:rPr lang="en-US" dirty="0"/>
              <a:t>)</a:t>
            </a:r>
          </a:p>
          <a:p>
            <a:r>
              <a:rPr lang="en-US" dirty="0"/>
              <a:t>ORDER BY </a:t>
            </a:r>
            <a:r>
              <a:rPr lang="en-US" dirty="0" err="1"/>
              <a:t>home_ownership</a:t>
            </a:r>
            <a:r>
              <a:rPr lang="en-US" dirty="0"/>
              <a:t>, </a:t>
            </a:r>
            <a:r>
              <a:rPr lang="en-US" dirty="0" err="1"/>
              <a:t>last_payment_year</a:t>
            </a:r>
            <a:r>
              <a:rPr lang="en-US" dirty="0"/>
              <a:t>;</a:t>
            </a:r>
            <a:endParaRPr lang="en-IN" dirty="0"/>
          </a:p>
        </p:txBody>
      </p:sp>
      <p:sp>
        <p:nvSpPr>
          <p:cNvPr id="5" name="TextBox 4">
            <a:extLst>
              <a:ext uri="{FF2B5EF4-FFF2-40B4-BE49-F238E27FC236}">
                <a16:creationId xmlns:a16="http://schemas.microsoft.com/office/drawing/2014/main" id="{8F139D2C-13B3-A121-7B42-51D8CFC5F2EE}"/>
              </a:ext>
            </a:extLst>
          </p:cNvPr>
          <p:cNvSpPr txBox="1"/>
          <p:nvPr/>
        </p:nvSpPr>
        <p:spPr>
          <a:xfrm>
            <a:off x="677524" y="1552575"/>
            <a:ext cx="8898007" cy="369332"/>
          </a:xfrm>
          <a:prstGeom prst="rect">
            <a:avLst/>
          </a:prstGeom>
          <a:noFill/>
        </p:spPr>
        <p:txBody>
          <a:bodyPr wrap="square" rtlCol="0">
            <a:spAutoFit/>
          </a:bodyPr>
          <a:lstStyle/>
          <a:p>
            <a:r>
              <a:rPr lang="en-US" b="1" dirty="0"/>
              <a:t>KPI-5 Home ownership Vs last payment date stats</a:t>
            </a:r>
            <a:r>
              <a:rPr lang="en-IN" dirty="0"/>
              <a:t>:-</a:t>
            </a:r>
          </a:p>
        </p:txBody>
      </p:sp>
    </p:spTree>
    <p:extLst>
      <p:ext uri="{BB962C8B-B14F-4D97-AF65-F5344CB8AC3E}">
        <p14:creationId xmlns:p14="http://schemas.microsoft.com/office/powerpoint/2010/main" val="1284784480"/>
      </p:ext>
    </p:extLst>
  </p:cSld>
  <p:clrMapOvr>
    <a:masterClrMapping/>
  </p:clrMapOvr>
  <mc:AlternateContent xmlns:mc="http://schemas.openxmlformats.org/markup-compatibility/2006">
    <mc:Choice xmlns:p14="http://schemas.microsoft.com/office/powerpoint/2010/main" Requires="p14">
      <p:transition spd="slow" p14:dur="2000" advTm="2945"/>
    </mc:Choice>
    <mc:Fallback>
      <p:transition spd="slow" advTm="29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777A1-460C-E43F-D189-C140A4E36239}"/>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4943EE35-DCDF-BF39-2314-C355A845794E}"/>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80C0685C-A0C5-025C-DDE2-B56895C8CB7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0999B23E-C613-190F-E53E-959003314FBE}"/>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EFBF024A-EC84-C3E3-B215-9338E65A8D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F8AA1FE9-D24B-EC0D-AA64-35785946EEAF}"/>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7EC7F215-5567-181E-8675-8F85DB698995}"/>
              </a:ext>
            </a:extLst>
          </p:cNvPr>
          <p:cNvSpPr txBox="1">
            <a:spLocks/>
          </p:cNvSpPr>
          <p:nvPr/>
        </p:nvSpPr>
        <p:spPr>
          <a:xfrm>
            <a:off x="431872" y="1134253"/>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IN" sz="2000" b="1"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531D8270-03C6-02CC-201A-49113CAF89D7}"/>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 name="TextBox 2">
            <a:extLst>
              <a:ext uri="{FF2B5EF4-FFF2-40B4-BE49-F238E27FC236}">
                <a16:creationId xmlns:a16="http://schemas.microsoft.com/office/drawing/2014/main" id="{4CB0EB46-0D54-8903-5CB0-CCF9FA9D8AD1}"/>
              </a:ext>
            </a:extLst>
          </p:cNvPr>
          <p:cNvSpPr txBox="1"/>
          <p:nvPr/>
        </p:nvSpPr>
        <p:spPr>
          <a:xfrm>
            <a:off x="1938713" y="2058848"/>
            <a:ext cx="6096000" cy="709425"/>
          </a:xfrm>
          <a:prstGeom prst="rect">
            <a:avLst/>
          </a:prstGeom>
          <a:noFill/>
        </p:spPr>
        <p:txBody>
          <a:bodyPr wrap="square">
            <a:spAutoFit/>
          </a:bodyPr>
          <a:lstStyle/>
          <a:p>
            <a:pPr algn="ctr">
              <a:lnSpc>
                <a:spcPct val="120000"/>
              </a:lnSpc>
            </a:pPr>
            <a:r>
              <a:rPr lang="en-IN" sz="3600" u="sng" dirty="0"/>
              <a:t>CONCLUSION</a:t>
            </a:r>
            <a:r>
              <a:rPr lang="en-IN" sz="3600" dirty="0"/>
              <a:t>:-</a:t>
            </a:r>
            <a:endParaRPr lang="en-US" sz="3600" b="1" i="0" dirty="0">
              <a:effectLst/>
              <a:latin typeface="Söhne"/>
            </a:endParaRPr>
          </a:p>
        </p:txBody>
      </p:sp>
      <p:sp>
        <p:nvSpPr>
          <p:cNvPr id="6" name="TextBox 5">
            <a:extLst>
              <a:ext uri="{FF2B5EF4-FFF2-40B4-BE49-F238E27FC236}">
                <a16:creationId xmlns:a16="http://schemas.microsoft.com/office/drawing/2014/main" id="{FD2C44E8-2867-5B33-DE2D-D6AB5A00E5F7}"/>
              </a:ext>
            </a:extLst>
          </p:cNvPr>
          <p:cNvSpPr txBox="1"/>
          <p:nvPr/>
        </p:nvSpPr>
        <p:spPr>
          <a:xfrm>
            <a:off x="804434" y="2836477"/>
            <a:ext cx="8612222" cy="1477328"/>
          </a:xfrm>
          <a:prstGeom prst="rect">
            <a:avLst/>
          </a:prstGeom>
          <a:noFill/>
        </p:spPr>
        <p:txBody>
          <a:bodyPr wrap="square">
            <a:spAutoFit/>
          </a:bodyPr>
          <a:lstStyle/>
          <a:p>
            <a:r>
              <a:rPr lang="en-US" dirty="0"/>
              <a:t>Banking holds a crucial role in our day-to-day life. From the analysis of above dashboards and reports we can draw hidden insights. With the use of gained insights from the finance datasets and KPIs, accurate business decisions are made and the business state can be tracked. It enables a holistic view of the business, supporting long-term growth and competitiveness in the banking industry.</a:t>
            </a:r>
            <a:endParaRPr lang="en-IN" dirty="0"/>
          </a:p>
        </p:txBody>
      </p:sp>
    </p:spTree>
    <p:extLst>
      <p:ext uri="{BB962C8B-B14F-4D97-AF65-F5344CB8AC3E}">
        <p14:creationId xmlns:p14="http://schemas.microsoft.com/office/powerpoint/2010/main" val="1685675471"/>
      </p:ext>
    </p:extLst>
  </p:cSld>
  <p:clrMapOvr>
    <a:masterClrMapping/>
  </p:clrMapOvr>
  <mc:AlternateContent xmlns:mc="http://schemas.openxmlformats.org/markup-compatibility/2006" xmlns:p14="http://schemas.microsoft.com/office/powerpoint/2010/main">
    <mc:Choice Requires="p14">
      <p:transition spd="slow" p14:dur="2000" advTm="2945"/>
    </mc:Choice>
    <mc:Fallback xmlns="">
      <p:transition spd="slow" advTm="2945"/>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D6BC7-40EF-6863-4467-6F7E4074E2CA}"/>
            </a:ext>
          </a:extLst>
        </p:cNvPr>
        <p:cNvGrpSpPr/>
        <p:nvPr/>
      </p:nvGrpSpPr>
      <p:grpSpPr>
        <a:xfrm>
          <a:off x="0" y="0"/>
          <a:ext cx="0" cy="0"/>
          <a:chOff x="0" y="0"/>
          <a:chExt cx="0" cy="0"/>
        </a:xfrm>
      </p:grpSpPr>
      <p:sp>
        <p:nvSpPr>
          <p:cNvPr id="4" name="AutoShape 2" descr="Core Banking Solutions CBS): Meaning, Types, Benefits &amp; Trends">
            <a:extLst>
              <a:ext uri="{FF2B5EF4-FFF2-40B4-BE49-F238E27FC236}">
                <a16:creationId xmlns:a16="http://schemas.microsoft.com/office/drawing/2014/main" id="{7BB243CE-8152-02E3-7BF9-E530D76FA8FC}"/>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75C42F38-A55A-2FC5-B4FD-36FC6BD9E3E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38961EAC-70D2-AF39-EB4C-EBDB7039F4FC}"/>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B8381669-6793-AC7D-C23C-AB9F3048D1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A52175AF-FBE8-852A-F256-BC65A9292C19}"/>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7" name="Subtitle 2">
            <a:extLst>
              <a:ext uri="{FF2B5EF4-FFF2-40B4-BE49-F238E27FC236}">
                <a16:creationId xmlns:a16="http://schemas.microsoft.com/office/drawing/2014/main" id="{91762F9B-A3FC-DACE-D64B-F37B58E15F91}"/>
              </a:ext>
            </a:extLst>
          </p:cNvPr>
          <p:cNvSpPr txBox="1">
            <a:spLocks/>
          </p:cNvSpPr>
          <p:nvPr/>
        </p:nvSpPr>
        <p:spPr>
          <a:xfrm>
            <a:off x="431872" y="1134253"/>
            <a:ext cx="6708230" cy="67753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IN" sz="2000" b="1"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B9C78D17-5263-46C9-6D2B-0D22A21B11AB}"/>
              </a:ext>
            </a:extLst>
          </p:cNvPr>
          <p:cNvSpPr/>
          <p:nvPr/>
        </p:nvSpPr>
        <p:spPr>
          <a:xfrm>
            <a:off x="3647874" y="657603"/>
            <a:ext cx="8612222" cy="12834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 name="TextBox 2">
            <a:extLst>
              <a:ext uri="{FF2B5EF4-FFF2-40B4-BE49-F238E27FC236}">
                <a16:creationId xmlns:a16="http://schemas.microsoft.com/office/drawing/2014/main" id="{EB818760-8006-E35D-3ABC-7AA0E60263DA}"/>
              </a:ext>
            </a:extLst>
          </p:cNvPr>
          <p:cNvSpPr txBox="1"/>
          <p:nvPr/>
        </p:nvSpPr>
        <p:spPr>
          <a:xfrm>
            <a:off x="2630927" y="638200"/>
            <a:ext cx="6096000" cy="712824"/>
          </a:xfrm>
          <a:prstGeom prst="rect">
            <a:avLst/>
          </a:prstGeom>
          <a:noFill/>
        </p:spPr>
        <p:txBody>
          <a:bodyPr wrap="square">
            <a:spAutoFit/>
          </a:bodyPr>
          <a:lstStyle/>
          <a:p>
            <a:pPr algn="ctr">
              <a:lnSpc>
                <a:spcPct val="120000"/>
              </a:lnSpc>
            </a:pPr>
            <a:r>
              <a:rPr lang="en-US" sz="3600" b="1" u="sng" dirty="0">
                <a:latin typeface="Söhne"/>
              </a:rPr>
              <a:t>Recommendation</a:t>
            </a:r>
            <a:endParaRPr lang="en-US" sz="3600" b="1" i="0" u="sng" dirty="0">
              <a:effectLst/>
              <a:latin typeface="Söhne"/>
            </a:endParaRPr>
          </a:p>
        </p:txBody>
      </p:sp>
      <p:sp>
        <p:nvSpPr>
          <p:cNvPr id="5" name="TextBox 4">
            <a:extLst>
              <a:ext uri="{FF2B5EF4-FFF2-40B4-BE49-F238E27FC236}">
                <a16:creationId xmlns:a16="http://schemas.microsoft.com/office/drawing/2014/main" id="{282DC9BC-895E-5B3A-BABD-0476FC34F627}"/>
              </a:ext>
            </a:extLst>
          </p:cNvPr>
          <p:cNvSpPr txBox="1"/>
          <p:nvPr/>
        </p:nvSpPr>
        <p:spPr>
          <a:xfrm>
            <a:off x="548605" y="1263431"/>
            <a:ext cx="8077200" cy="505972"/>
          </a:xfrm>
          <a:prstGeom prst="rect">
            <a:avLst/>
          </a:prstGeom>
          <a:noFill/>
        </p:spPr>
        <p:txBody>
          <a:bodyPr wrap="square">
            <a:spAutoFit/>
          </a:bodyPr>
          <a:lstStyle/>
          <a:p>
            <a:pPr algn="l">
              <a:lnSpc>
                <a:spcPct val="120000"/>
              </a:lnSpc>
              <a:buFont typeface="+mj-lt"/>
              <a:buAutoNum type="arabicPeriod"/>
            </a:pPr>
            <a:r>
              <a:rPr lang="en-US" sz="2400" b="0" i="0" dirty="0">
                <a:effectLst/>
                <a:latin typeface="Söhne"/>
              </a:rPr>
              <a:t>Strengthen lending standards and risk assessment processes.</a:t>
            </a:r>
          </a:p>
        </p:txBody>
      </p:sp>
      <p:sp>
        <p:nvSpPr>
          <p:cNvPr id="6" name="TextBox 5">
            <a:extLst>
              <a:ext uri="{FF2B5EF4-FFF2-40B4-BE49-F238E27FC236}">
                <a16:creationId xmlns:a16="http://schemas.microsoft.com/office/drawing/2014/main" id="{2B9F69CE-1B43-59B3-8FA7-F8DC5F58F25F}"/>
              </a:ext>
            </a:extLst>
          </p:cNvPr>
          <p:cNvSpPr txBox="1"/>
          <p:nvPr/>
        </p:nvSpPr>
        <p:spPr>
          <a:xfrm>
            <a:off x="548605" y="1828509"/>
            <a:ext cx="8305800" cy="505972"/>
          </a:xfrm>
          <a:prstGeom prst="rect">
            <a:avLst/>
          </a:prstGeom>
          <a:noFill/>
        </p:spPr>
        <p:txBody>
          <a:bodyPr wrap="square">
            <a:spAutoFit/>
          </a:bodyPr>
          <a:lstStyle/>
          <a:p>
            <a:pPr algn="l">
              <a:lnSpc>
                <a:spcPct val="120000"/>
              </a:lnSpc>
            </a:pPr>
            <a:r>
              <a:rPr lang="en-US" sz="2400" b="0" i="0" dirty="0">
                <a:effectLst/>
                <a:latin typeface="Söhne"/>
              </a:rPr>
              <a:t>2.Diversify loan portfolio across sectors/types for risk mitigation.</a:t>
            </a:r>
          </a:p>
        </p:txBody>
      </p:sp>
      <p:sp>
        <p:nvSpPr>
          <p:cNvPr id="8" name="TextBox 7">
            <a:extLst>
              <a:ext uri="{FF2B5EF4-FFF2-40B4-BE49-F238E27FC236}">
                <a16:creationId xmlns:a16="http://schemas.microsoft.com/office/drawing/2014/main" id="{1F4098DE-EFCE-992F-7C48-043315660F34}"/>
              </a:ext>
            </a:extLst>
          </p:cNvPr>
          <p:cNvSpPr txBox="1"/>
          <p:nvPr/>
        </p:nvSpPr>
        <p:spPr>
          <a:xfrm>
            <a:off x="548605" y="2427873"/>
            <a:ext cx="9559413" cy="949171"/>
          </a:xfrm>
          <a:prstGeom prst="rect">
            <a:avLst/>
          </a:prstGeom>
          <a:noFill/>
        </p:spPr>
        <p:txBody>
          <a:bodyPr wrap="square">
            <a:spAutoFit/>
          </a:bodyPr>
          <a:lstStyle/>
          <a:p>
            <a:pPr algn="l">
              <a:lnSpc>
                <a:spcPct val="120000"/>
              </a:lnSpc>
            </a:pPr>
            <a:r>
              <a:rPr lang="en-US" sz="2400" b="0" i="0" dirty="0">
                <a:effectLst/>
                <a:latin typeface="Söhne"/>
              </a:rPr>
              <a:t>3.Encourage responsible credit utilization to minimize revolving balances                  across all loan grades.</a:t>
            </a:r>
          </a:p>
        </p:txBody>
      </p:sp>
      <p:sp>
        <p:nvSpPr>
          <p:cNvPr id="12" name="TextBox 11">
            <a:extLst>
              <a:ext uri="{FF2B5EF4-FFF2-40B4-BE49-F238E27FC236}">
                <a16:creationId xmlns:a16="http://schemas.microsoft.com/office/drawing/2014/main" id="{BEE24C78-0E11-BE5B-0927-2383B4A5128D}"/>
              </a:ext>
            </a:extLst>
          </p:cNvPr>
          <p:cNvSpPr txBox="1"/>
          <p:nvPr/>
        </p:nvSpPr>
        <p:spPr>
          <a:xfrm>
            <a:off x="548604" y="3377044"/>
            <a:ext cx="9559413" cy="949171"/>
          </a:xfrm>
          <a:prstGeom prst="rect">
            <a:avLst/>
          </a:prstGeom>
          <a:noFill/>
        </p:spPr>
        <p:txBody>
          <a:bodyPr wrap="square">
            <a:spAutoFit/>
          </a:bodyPr>
          <a:lstStyle/>
          <a:p>
            <a:pPr algn="l">
              <a:lnSpc>
                <a:spcPct val="120000"/>
              </a:lnSpc>
            </a:pPr>
            <a:r>
              <a:rPr lang="en-US" sz="2400" dirty="0">
                <a:latin typeface="Söhne"/>
              </a:rPr>
              <a:t>4.Provide education and resources to borrowers to promote responsible        payment behavior across all verification statuses.</a:t>
            </a:r>
          </a:p>
        </p:txBody>
      </p:sp>
      <p:sp>
        <p:nvSpPr>
          <p:cNvPr id="13" name="TextBox 12">
            <a:extLst>
              <a:ext uri="{FF2B5EF4-FFF2-40B4-BE49-F238E27FC236}">
                <a16:creationId xmlns:a16="http://schemas.microsoft.com/office/drawing/2014/main" id="{D2116237-195C-0EE2-08CA-2E4BF8F260D3}"/>
              </a:ext>
            </a:extLst>
          </p:cNvPr>
          <p:cNvSpPr txBox="1"/>
          <p:nvPr/>
        </p:nvSpPr>
        <p:spPr>
          <a:xfrm>
            <a:off x="548604" y="4526799"/>
            <a:ext cx="9114505" cy="830997"/>
          </a:xfrm>
          <a:prstGeom prst="rect">
            <a:avLst/>
          </a:prstGeom>
          <a:noFill/>
        </p:spPr>
        <p:txBody>
          <a:bodyPr wrap="square">
            <a:spAutoFit/>
          </a:bodyPr>
          <a:lstStyle/>
          <a:p>
            <a:r>
              <a:rPr lang="en-US" sz="2400" b="0" i="0" dirty="0">
                <a:effectLst/>
                <a:latin typeface="Söhne"/>
              </a:rPr>
              <a:t>5.Provide personalized support to borrowers in current status for timely payments</a:t>
            </a:r>
            <a:endParaRPr lang="en-IN" sz="2400" dirty="0"/>
          </a:p>
        </p:txBody>
      </p:sp>
      <p:sp>
        <p:nvSpPr>
          <p:cNvPr id="14" name="TextBox 13">
            <a:extLst>
              <a:ext uri="{FF2B5EF4-FFF2-40B4-BE49-F238E27FC236}">
                <a16:creationId xmlns:a16="http://schemas.microsoft.com/office/drawing/2014/main" id="{546D8799-FE48-AB92-D711-E1C44D10CF0E}"/>
              </a:ext>
            </a:extLst>
          </p:cNvPr>
          <p:cNvSpPr txBox="1"/>
          <p:nvPr/>
        </p:nvSpPr>
        <p:spPr>
          <a:xfrm>
            <a:off x="548604" y="5416883"/>
            <a:ext cx="9807680" cy="949171"/>
          </a:xfrm>
          <a:prstGeom prst="rect">
            <a:avLst/>
          </a:prstGeom>
          <a:noFill/>
        </p:spPr>
        <p:txBody>
          <a:bodyPr wrap="square">
            <a:spAutoFit/>
          </a:bodyPr>
          <a:lstStyle/>
          <a:p>
            <a:pPr algn="l">
              <a:lnSpc>
                <a:spcPct val="120000"/>
              </a:lnSpc>
            </a:pPr>
            <a:r>
              <a:rPr lang="en-US" sz="2400" b="0" i="0" dirty="0">
                <a:effectLst/>
                <a:latin typeface="Söhne"/>
              </a:rPr>
              <a:t>6.Support resources for managing financial responsibilities of homeowners with outright ownership.</a:t>
            </a:r>
          </a:p>
        </p:txBody>
      </p:sp>
    </p:spTree>
    <p:extLst>
      <p:ext uri="{BB962C8B-B14F-4D97-AF65-F5344CB8AC3E}">
        <p14:creationId xmlns:p14="http://schemas.microsoft.com/office/powerpoint/2010/main" val="1768524912"/>
      </p:ext>
    </p:extLst>
  </p:cSld>
  <p:clrMapOvr>
    <a:masterClrMapping/>
  </p:clrMapOvr>
  <mc:AlternateContent xmlns:mc="http://schemas.openxmlformats.org/markup-compatibility/2006" xmlns:p14="http://schemas.microsoft.com/office/powerpoint/2010/main">
    <mc:Choice Requires="p14">
      <p:transition spd="slow" p14:dur="2000" advTm="2945"/>
    </mc:Choice>
    <mc:Fallback xmlns="">
      <p:transition spd="slow" advTm="2945"/>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DED7222-5AB6-9496-CC3E-29AD2FFB2D7A}"/>
              </a:ext>
            </a:extLst>
          </p:cNvPr>
          <p:cNvSpPr>
            <a:spLocks noGrp="1"/>
          </p:cNvSpPr>
          <p:nvPr>
            <p:ph type="subTitle" idx="1"/>
          </p:nvPr>
        </p:nvSpPr>
        <p:spPr>
          <a:xfrm>
            <a:off x="132816" y="1779769"/>
            <a:ext cx="3657599" cy="704652"/>
          </a:xfrm>
        </p:spPr>
        <p:txBody>
          <a:bodyPr>
            <a:noAutofit/>
          </a:bodyPr>
          <a:lstStyle/>
          <a:p>
            <a:endParaRPr lang="en-IN" sz="4800" dirty="0">
              <a:solidFill>
                <a:schemeClr val="tx1"/>
              </a:solidFill>
              <a:latin typeface="Arial Black" panose="020B0A04020102020204" pitchFamily="34" charset="0"/>
            </a:endParaRPr>
          </a:p>
          <a:p>
            <a:r>
              <a:rPr lang="en-IN" sz="4800" dirty="0">
                <a:solidFill>
                  <a:schemeClr val="tx1"/>
                </a:solidFill>
                <a:latin typeface="Arial Black" panose="020B0A04020102020204" pitchFamily="34" charset="0"/>
              </a:rPr>
              <a:t> </a:t>
            </a:r>
          </a:p>
        </p:txBody>
      </p:sp>
      <p:sp>
        <p:nvSpPr>
          <p:cNvPr id="4" name="AutoShape 2" descr="Core Banking Solutions CBS): Meaning, Types, Benefits &amp; Trends">
            <a:extLst>
              <a:ext uri="{FF2B5EF4-FFF2-40B4-BE49-F238E27FC236}">
                <a16:creationId xmlns:a16="http://schemas.microsoft.com/office/drawing/2014/main" id="{92DE4DE2-B197-2834-4A07-E2F90B83DD8D}"/>
              </a:ext>
            </a:extLst>
          </p:cNvPr>
          <p:cNvSpPr>
            <a:spLocks noChangeAspect="1" noChangeArrowheads="1"/>
          </p:cNvSpPr>
          <p:nvPr/>
        </p:nvSpPr>
        <p:spPr bwMode="auto">
          <a:xfrm>
            <a:off x="5943599" y="1065229"/>
            <a:ext cx="2516171" cy="25161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45,628+ Bank Building Pictures | Download Free Images on Unsplash">
            <a:extLst>
              <a:ext uri="{FF2B5EF4-FFF2-40B4-BE49-F238E27FC236}">
                <a16:creationId xmlns:a16="http://schemas.microsoft.com/office/drawing/2014/main" id="{F54ACBDA-C1AA-5ECE-24B0-86AF78AD2A4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10" name="Group 9">
            <a:extLst>
              <a:ext uri="{FF2B5EF4-FFF2-40B4-BE49-F238E27FC236}">
                <a16:creationId xmlns:a16="http://schemas.microsoft.com/office/drawing/2014/main" id="{E9C0A785-9786-9A11-F8C4-90160FDBAF31}"/>
              </a:ext>
            </a:extLst>
          </p:cNvPr>
          <p:cNvGrpSpPr/>
          <p:nvPr/>
        </p:nvGrpSpPr>
        <p:grpSpPr>
          <a:xfrm>
            <a:off x="431873" y="341122"/>
            <a:ext cx="3774331" cy="896012"/>
            <a:chOff x="130316" y="360577"/>
            <a:chExt cx="3774331" cy="896012"/>
          </a:xfrm>
        </p:grpSpPr>
        <p:pic>
          <p:nvPicPr>
            <p:cNvPr id="1030" name="Picture 6" descr="Bank - PNG image with transparent background | Free Png Images">
              <a:extLst>
                <a:ext uri="{FF2B5EF4-FFF2-40B4-BE49-F238E27FC236}">
                  <a16:creationId xmlns:a16="http://schemas.microsoft.com/office/drawing/2014/main" id="{01D71BD5-FD51-DE62-39F8-B5247C4B00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16" y="360577"/>
              <a:ext cx="745122" cy="704652"/>
            </a:xfrm>
            <a:prstGeom prst="rect">
              <a:avLst/>
            </a:prstGeom>
            <a:noFill/>
            <a:extLst>
              <a:ext uri="{909E8E84-426E-40DD-AFC4-6F175D3DCCD1}">
                <a14:hiddenFill xmlns:a14="http://schemas.microsoft.com/office/drawing/2010/main">
                  <a:solidFill>
                    <a:srgbClr val="FFFFFF"/>
                  </a:solidFill>
                </a14:hiddenFill>
              </a:ext>
            </a:extLst>
          </p:spPr>
        </p:pic>
        <p:sp>
          <p:nvSpPr>
            <p:cNvPr id="9" name="Subtitle 2">
              <a:extLst>
                <a:ext uri="{FF2B5EF4-FFF2-40B4-BE49-F238E27FC236}">
                  <a16:creationId xmlns:a16="http://schemas.microsoft.com/office/drawing/2014/main" id="{D95C5CDD-EC10-B541-D089-FF1D7C0FEBCA}"/>
                </a:ext>
              </a:extLst>
            </p:cNvPr>
            <p:cNvSpPr txBox="1">
              <a:spLocks/>
            </p:cNvSpPr>
            <p:nvPr/>
          </p:nvSpPr>
          <p:spPr>
            <a:xfrm>
              <a:off x="247048" y="551937"/>
              <a:ext cx="3657599" cy="7046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dirty="0">
                  <a:latin typeface="Arial" panose="020B0604020202020204" pitchFamily="34" charset="0"/>
                  <a:cs typeface="Arial" panose="020B0604020202020204" pitchFamily="34" charset="0"/>
                </a:rPr>
                <a:t>Central Bank of India</a:t>
              </a:r>
            </a:p>
          </p:txBody>
        </p:sp>
      </p:grpSp>
      <p:sp>
        <p:nvSpPr>
          <p:cNvPr id="2" name="Subtitle 2">
            <a:extLst>
              <a:ext uri="{FF2B5EF4-FFF2-40B4-BE49-F238E27FC236}">
                <a16:creationId xmlns:a16="http://schemas.microsoft.com/office/drawing/2014/main" id="{5B74B6BE-DAA1-858A-A9E4-ED0CCB661E95}"/>
              </a:ext>
            </a:extLst>
          </p:cNvPr>
          <p:cNvSpPr txBox="1">
            <a:spLocks/>
          </p:cNvSpPr>
          <p:nvPr/>
        </p:nvSpPr>
        <p:spPr>
          <a:xfrm>
            <a:off x="214096" y="2892287"/>
            <a:ext cx="8890147" cy="192360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5400" dirty="0">
                <a:latin typeface="Arial Black" panose="020B0A04020102020204" pitchFamily="34" charset="0"/>
              </a:rPr>
              <a:t>THANK YOU!</a:t>
            </a:r>
          </a:p>
        </p:txBody>
      </p:sp>
      <p:sp>
        <p:nvSpPr>
          <p:cNvPr id="5" name="Rectangle 4">
            <a:extLst>
              <a:ext uri="{FF2B5EF4-FFF2-40B4-BE49-F238E27FC236}">
                <a16:creationId xmlns:a16="http://schemas.microsoft.com/office/drawing/2014/main" id="{232D75CB-03C7-F3EE-096B-69AC6F0C7BE1}"/>
              </a:ext>
            </a:extLst>
          </p:cNvPr>
          <p:cNvSpPr/>
          <p:nvPr/>
        </p:nvSpPr>
        <p:spPr>
          <a:xfrm>
            <a:off x="3647874" y="657363"/>
            <a:ext cx="8544126" cy="128583"/>
          </a:xfrm>
          <a:prstGeom prst="rect">
            <a:avLst/>
          </a:prstGeom>
          <a:solidFill>
            <a:schemeClr val="bg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837136617"/>
      </p:ext>
    </p:extLst>
  </p:cSld>
  <p:clrMapOvr>
    <a:masterClrMapping/>
  </p:clrMapOvr>
  <mc:AlternateContent xmlns:mc="http://schemas.openxmlformats.org/markup-compatibility/2006" xmlns:p14="http://schemas.microsoft.com/office/powerpoint/2010/main">
    <mc:Choice Requires="p14">
      <p:transition spd="slow" p14:dur="2000" advTm="2762"/>
    </mc:Choice>
    <mc:Fallback xmlns="">
      <p:transition spd="slow" advTm="27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1075</TotalTime>
  <Words>1968</Words>
  <Application>Microsoft Office PowerPoint</Application>
  <PresentationFormat>Widescreen</PresentationFormat>
  <Paragraphs>192</Paragraphs>
  <Slides>28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Aptos</vt:lpstr>
      <vt:lpstr>Aptos Display</vt:lpstr>
      <vt:lpstr>Arial</vt:lpstr>
      <vt:lpstr>Arial Black</vt:lpstr>
      <vt:lpstr>Posterama</vt:lpstr>
      <vt:lpstr>Segoe UI</vt:lpstr>
      <vt:lpstr>Segoe UI Light</vt:lpstr>
      <vt:lpstr>Söhne</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Dharmy</dc:creator>
  <cp:lastModifiedBy>prasun bhattacharya</cp:lastModifiedBy>
  <cp:revision>61</cp:revision>
  <dcterms:created xsi:type="dcterms:W3CDTF">2024-02-22T11:24:25Z</dcterms:created>
  <dcterms:modified xsi:type="dcterms:W3CDTF">2026-03-08T04:35:51Z</dcterms:modified>
</cp:coreProperties>
</file>