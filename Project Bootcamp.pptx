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228165" y="1703294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Project: Bank loan of customers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Datasets: Finance_1.xlsx &amp; Finance_2.xlsx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Each Excel file has 39k+ records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46847" y="1308847"/>
            <a:ext cx="11232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State wise and month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97957" y="1515035"/>
          <a:ext cx="8951410" cy="2222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359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5127812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7373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nd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Power BI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 &amp; 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121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Excelr Solutuons</cp:lastModifiedBy>
  <cp:revision>25</cp:revision>
  <dcterms:created xsi:type="dcterms:W3CDTF">2022-01-08T11:53:28Z</dcterms:created>
  <dcterms:modified xsi:type="dcterms:W3CDTF">2024-09-23T09:52:11Z</dcterms:modified>
</cp:coreProperties>
</file>